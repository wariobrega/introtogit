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8"/>
  </p:notesMasterIdLst>
  <p:handoutMasterIdLst>
    <p:handoutMasterId r:id="rId29"/>
  </p:handoutMasterIdLst>
  <p:sldIdLst>
    <p:sldId id="256" r:id="rId2"/>
    <p:sldId id="274" r:id="rId3"/>
    <p:sldId id="283" r:id="rId4"/>
    <p:sldId id="284" r:id="rId5"/>
    <p:sldId id="282" r:id="rId6"/>
    <p:sldId id="260" r:id="rId7"/>
    <p:sldId id="258" r:id="rId8"/>
    <p:sldId id="259" r:id="rId9"/>
    <p:sldId id="273" r:id="rId10"/>
    <p:sldId id="265" r:id="rId11"/>
    <p:sldId id="272" r:id="rId12"/>
    <p:sldId id="263" r:id="rId13"/>
    <p:sldId id="264" r:id="rId14"/>
    <p:sldId id="267" r:id="rId15"/>
    <p:sldId id="266" r:id="rId16"/>
    <p:sldId id="268" r:id="rId17"/>
    <p:sldId id="269" r:id="rId18"/>
    <p:sldId id="275" r:id="rId19"/>
    <p:sldId id="277" r:id="rId20"/>
    <p:sldId id="270" r:id="rId21"/>
    <p:sldId id="276" r:id="rId22"/>
    <p:sldId id="280" r:id="rId23"/>
    <p:sldId id="278" r:id="rId24"/>
    <p:sldId id="285" r:id="rId25"/>
    <p:sldId id="279" r:id="rId26"/>
    <p:sldId id="26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1422" autoAdjust="0"/>
  </p:normalViewPr>
  <p:slideViewPr>
    <p:cSldViewPr snapToGrid="0">
      <p:cViewPr>
        <p:scale>
          <a:sx n="100" d="100"/>
          <a:sy n="100" d="100"/>
        </p:scale>
        <p:origin x="216" y="1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9BC049-08F7-4AEB-B301-69D29988E8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0D2BFFA9-323C-44D7-AB17-3DD1432AB4D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CA719E-2902-4F64-9C6A-7B73C35AEB01}" type="datetimeFigureOut">
              <a:rPr lang="en-GB" smtClean="0"/>
              <a:t>13/10/2019</a:t>
            </a:fld>
            <a:endParaRPr lang="en-GB"/>
          </a:p>
        </p:txBody>
      </p:sp>
      <p:sp>
        <p:nvSpPr>
          <p:cNvPr id="4" name="Footer Placeholder 3">
            <a:extLst>
              <a:ext uri="{FF2B5EF4-FFF2-40B4-BE49-F238E27FC236}">
                <a16:creationId xmlns:a16="http://schemas.microsoft.com/office/drawing/2014/main" id="{15D19E12-5FB6-4858-A88A-D9ED99909E1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893DC6E2-8EC4-4DAC-990B-C83983ADD82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FF0237-3B1B-454A-84C2-601C83823446}" type="slidenum">
              <a:rPr lang="en-GB" smtClean="0"/>
              <a:t>‹#›</a:t>
            </a:fld>
            <a:endParaRPr lang="en-GB"/>
          </a:p>
        </p:txBody>
      </p:sp>
    </p:spTree>
    <p:extLst>
      <p:ext uri="{BB962C8B-B14F-4D97-AF65-F5344CB8AC3E}">
        <p14:creationId xmlns:p14="http://schemas.microsoft.com/office/powerpoint/2010/main" val="263715983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041E45-28D9-4A47-AEF8-29D3A8B0911D}" type="datetimeFigureOut">
              <a:rPr lang="en-GB" smtClean="0"/>
              <a:t>13/10/2019</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651B36-7437-442A-B02A-84D09FC569B8}" type="slidenum">
              <a:rPr lang="en-GB" smtClean="0"/>
              <a:t>‹#›</a:t>
            </a:fld>
            <a:endParaRPr lang="en-GB"/>
          </a:p>
        </p:txBody>
      </p:sp>
    </p:spTree>
    <p:extLst>
      <p:ext uri="{BB962C8B-B14F-4D97-AF65-F5344CB8AC3E}">
        <p14:creationId xmlns:p14="http://schemas.microsoft.com/office/powerpoint/2010/main" val="200073478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6651B36-7437-442A-B02A-84D09FC569B8}" type="slidenum">
              <a:rPr lang="en-GB" smtClean="0"/>
              <a:t>1</a:t>
            </a:fld>
            <a:endParaRPr lang="en-GB"/>
          </a:p>
        </p:txBody>
      </p:sp>
    </p:spTree>
    <p:extLst>
      <p:ext uri="{BB962C8B-B14F-4D97-AF65-F5344CB8AC3E}">
        <p14:creationId xmlns:p14="http://schemas.microsoft.com/office/powerpoint/2010/main" val="31295257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 often need to experiment with</a:t>
            </a:r>
          </a:p>
          <a:p>
            <a:r>
              <a:rPr lang="en-GB" dirty="0"/>
              <a:t>new ideas, such as adding new features to a script or increasing the speed of a slow step, but</a:t>
            </a:r>
          </a:p>
          <a:p>
            <a:r>
              <a:rPr lang="en-GB" dirty="0"/>
              <a:t>you do not want to risk breaking the currently working code. One often-utilized solution is to</a:t>
            </a:r>
          </a:p>
          <a:p>
            <a:r>
              <a:rPr lang="en-GB" dirty="0"/>
              <a:t>make a copy of the script before making new edits</a:t>
            </a:r>
          </a:p>
          <a:p>
            <a:endParaRPr lang="en-GB" dirty="0"/>
          </a:p>
          <a:p>
            <a:r>
              <a:rPr lang="en-GB" dirty="0"/>
              <a:t>A version control system (VCS) allows you to track the iterative changes you make to your code. Thus, you can experiment with new ideas but always have the option to revert to a specific past version of the code you used to generate particular results. </a:t>
            </a:r>
          </a:p>
        </p:txBody>
      </p:sp>
      <p:sp>
        <p:nvSpPr>
          <p:cNvPr id="4" name="Slide Number Placeholder 3"/>
          <p:cNvSpPr>
            <a:spLocks noGrp="1"/>
          </p:cNvSpPr>
          <p:nvPr>
            <p:ph type="sldNum" sz="quarter" idx="5"/>
          </p:nvPr>
        </p:nvSpPr>
        <p:spPr/>
        <p:txBody>
          <a:bodyPr/>
          <a:lstStyle/>
          <a:p>
            <a:fld id="{56651B36-7437-442A-B02A-84D09FC569B8}" type="slidenum">
              <a:rPr lang="en-GB" smtClean="0"/>
              <a:t>2</a:t>
            </a:fld>
            <a:endParaRPr lang="en-GB"/>
          </a:p>
        </p:txBody>
      </p:sp>
    </p:spTree>
    <p:extLst>
      <p:ext uri="{BB962C8B-B14F-4D97-AF65-F5344CB8AC3E}">
        <p14:creationId xmlns:p14="http://schemas.microsoft.com/office/powerpoint/2010/main" val="35966914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6651B36-7437-442A-B02A-84D09FC569B8}" type="slidenum">
              <a:rPr lang="en-GB" smtClean="0"/>
              <a:t>7</a:t>
            </a:fld>
            <a:endParaRPr lang="en-GB"/>
          </a:p>
        </p:txBody>
      </p:sp>
    </p:spTree>
    <p:extLst>
      <p:ext uri="{BB962C8B-B14F-4D97-AF65-F5344CB8AC3E}">
        <p14:creationId xmlns:p14="http://schemas.microsoft.com/office/powerpoint/2010/main" val="30428960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6651B36-7437-442A-B02A-84D09FC569B8}" type="slidenum">
              <a:rPr lang="en-GB" smtClean="0"/>
              <a:t>26</a:t>
            </a:fld>
            <a:endParaRPr lang="en-GB"/>
          </a:p>
        </p:txBody>
      </p:sp>
    </p:spTree>
    <p:extLst>
      <p:ext uri="{BB962C8B-B14F-4D97-AF65-F5344CB8AC3E}">
        <p14:creationId xmlns:p14="http://schemas.microsoft.com/office/powerpoint/2010/main" val="3812337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E5C0A-17C2-485D-800B-B070EA2E7F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08F1BFC-24FD-4442-A344-81A21C9311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A0851CA-3906-470F-8D7E-B0F795496B5D}"/>
              </a:ext>
            </a:extLst>
          </p:cNvPr>
          <p:cNvSpPr>
            <a:spLocks noGrp="1"/>
          </p:cNvSpPr>
          <p:nvPr>
            <p:ph type="dt" sz="half" idx="10"/>
          </p:nvPr>
        </p:nvSpPr>
        <p:spPr/>
        <p:txBody>
          <a:bodyPr/>
          <a:lstStyle/>
          <a:p>
            <a:fld id="{9524A220-61A1-4ADC-98D8-8640C353931F}" type="datetime1">
              <a:rPr lang="en-GB" smtClean="0"/>
              <a:t>13/10/2019</a:t>
            </a:fld>
            <a:endParaRPr lang="en-GB"/>
          </a:p>
        </p:txBody>
      </p:sp>
      <p:sp>
        <p:nvSpPr>
          <p:cNvPr id="5" name="Footer Placeholder 4">
            <a:extLst>
              <a:ext uri="{FF2B5EF4-FFF2-40B4-BE49-F238E27FC236}">
                <a16:creationId xmlns:a16="http://schemas.microsoft.com/office/drawing/2014/main" id="{A4602D32-7665-4B29-8A9B-AE9F30DF80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E277AC9-77BA-476F-9161-CF366E10A3FE}"/>
              </a:ext>
            </a:extLst>
          </p:cNvPr>
          <p:cNvSpPr>
            <a:spLocks noGrp="1"/>
          </p:cNvSpPr>
          <p:nvPr>
            <p:ph type="sldNum" sz="quarter" idx="12"/>
          </p:nvPr>
        </p:nvSpPr>
        <p:spPr/>
        <p:txBody>
          <a:bodyPr/>
          <a:lstStyle/>
          <a:p>
            <a:fld id="{731D6CA2-A9CD-4971-ABC0-FCCACEAFD435}" type="slidenum">
              <a:rPr lang="en-GB" smtClean="0"/>
              <a:t>‹#›</a:t>
            </a:fld>
            <a:endParaRPr lang="en-GB"/>
          </a:p>
        </p:txBody>
      </p:sp>
    </p:spTree>
    <p:extLst>
      <p:ext uri="{BB962C8B-B14F-4D97-AF65-F5344CB8AC3E}">
        <p14:creationId xmlns:p14="http://schemas.microsoft.com/office/powerpoint/2010/main" val="716134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BA024-F3AB-4002-8289-6D6960A6DFF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369F3D2-8E1D-4EB5-8667-0B57DE1193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D719758-D07D-448F-85C0-385BC4696200}"/>
              </a:ext>
            </a:extLst>
          </p:cNvPr>
          <p:cNvSpPr>
            <a:spLocks noGrp="1"/>
          </p:cNvSpPr>
          <p:nvPr>
            <p:ph type="dt" sz="half" idx="10"/>
          </p:nvPr>
        </p:nvSpPr>
        <p:spPr/>
        <p:txBody>
          <a:bodyPr/>
          <a:lstStyle/>
          <a:p>
            <a:fld id="{615DC437-A0DD-46F5-9201-CD90B91D6AA7}" type="datetime1">
              <a:rPr lang="en-GB" smtClean="0"/>
              <a:t>13/10/2019</a:t>
            </a:fld>
            <a:endParaRPr lang="en-GB"/>
          </a:p>
        </p:txBody>
      </p:sp>
      <p:sp>
        <p:nvSpPr>
          <p:cNvPr id="5" name="Footer Placeholder 4">
            <a:extLst>
              <a:ext uri="{FF2B5EF4-FFF2-40B4-BE49-F238E27FC236}">
                <a16:creationId xmlns:a16="http://schemas.microsoft.com/office/drawing/2014/main" id="{5B629DE5-495B-480A-B8F1-3824F9D9F5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C505BD0-89EA-440B-8566-2B5B0452CEE4}"/>
              </a:ext>
            </a:extLst>
          </p:cNvPr>
          <p:cNvSpPr>
            <a:spLocks noGrp="1"/>
          </p:cNvSpPr>
          <p:nvPr>
            <p:ph type="sldNum" sz="quarter" idx="12"/>
          </p:nvPr>
        </p:nvSpPr>
        <p:spPr/>
        <p:txBody>
          <a:bodyPr/>
          <a:lstStyle/>
          <a:p>
            <a:fld id="{731D6CA2-A9CD-4971-ABC0-FCCACEAFD435}" type="slidenum">
              <a:rPr lang="en-GB" smtClean="0"/>
              <a:t>‹#›</a:t>
            </a:fld>
            <a:endParaRPr lang="en-GB"/>
          </a:p>
        </p:txBody>
      </p:sp>
    </p:spTree>
    <p:extLst>
      <p:ext uri="{BB962C8B-B14F-4D97-AF65-F5344CB8AC3E}">
        <p14:creationId xmlns:p14="http://schemas.microsoft.com/office/powerpoint/2010/main" val="3053067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B3A49-B1A0-464F-9615-9DAE5E2729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87286A6-89D6-4CB9-8A63-22EADF6B63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DE4605-444D-4C72-A86F-486E944E540C}"/>
              </a:ext>
            </a:extLst>
          </p:cNvPr>
          <p:cNvSpPr>
            <a:spLocks noGrp="1"/>
          </p:cNvSpPr>
          <p:nvPr>
            <p:ph type="dt" sz="half" idx="10"/>
          </p:nvPr>
        </p:nvSpPr>
        <p:spPr/>
        <p:txBody>
          <a:bodyPr/>
          <a:lstStyle/>
          <a:p>
            <a:fld id="{852F3B26-96A0-4D49-AC4E-BC420F62E52B}" type="datetime1">
              <a:rPr lang="en-GB" smtClean="0"/>
              <a:t>13/10/2019</a:t>
            </a:fld>
            <a:endParaRPr lang="en-GB"/>
          </a:p>
        </p:txBody>
      </p:sp>
      <p:sp>
        <p:nvSpPr>
          <p:cNvPr id="5" name="Footer Placeholder 4">
            <a:extLst>
              <a:ext uri="{FF2B5EF4-FFF2-40B4-BE49-F238E27FC236}">
                <a16:creationId xmlns:a16="http://schemas.microsoft.com/office/drawing/2014/main" id="{6BD985B2-59F5-4EDA-A1DE-4E71F03B727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44339FD-4593-45E2-895F-BEC3D3290562}"/>
              </a:ext>
            </a:extLst>
          </p:cNvPr>
          <p:cNvSpPr>
            <a:spLocks noGrp="1"/>
          </p:cNvSpPr>
          <p:nvPr>
            <p:ph type="sldNum" sz="quarter" idx="12"/>
          </p:nvPr>
        </p:nvSpPr>
        <p:spPr/>
        <p:txBody>
          <a:bodyPr/>
          <a:lstStyle/>
          <a:p>
            <a:fld id="{731D6CA2-A9CD-4971-ABC0-FCCACEAFD435}" type="slidenum">
              <a:rPr lang="en-GB" smtClean="0"/>
              <a:t>‹#›</a:t>
            </a:fld>
            <a:endParaRPr lang="en-GB"/>
          </a:p>
        </p:txBody>
      </p:sp>
    </p:spTree>
    <p:extLst>
      <p:ext uri="{BB962C8B-B14F-4D97-AF65-F5344CB8AC3E}">
        <p14:creationId xmlns:p14="http://schemas.microsoft.com/office/powerpoint/2010/main" val="3916798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5A72C-7BF4-46C9-BB96-D34EEBEE624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3FD58A3-FD58-4021-B032-60077B2892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4323552-4083-4C22-8680-8EA2CB87D4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53E98F2-7E66-486A-BDFC-710454E2D36C}"/>
              </a:ext>
            </a:extLst>
          </p:cNvPr>
          <p:cNvSpPr>
            <a:spLocks noGrp="1"/>
          </p:cNvSpPr>
          <p:nvPr>
            <p:ph type="dt" sz="half" idx="10"/>
          </p:nvPr>
        </p:nvSpPr>
        <p:spPr/>
        <p:txBody>
          <a:bodyPr/>
          <a:lstStyle/>
          <a:p>
            <a:fld id="{6F76CBC6-BD86-4371-ABFA-729EE7F2A208}" type="datetime1">
              <a:rPr lang="en-GB" smtClean="0"/>
              <a:t>13/10/2019</a:t>
            </a:fld>
            <a:endParaRPr lang="en-GB"/>
          </a:p>
        </p:txBody>
      </p:sp>
      <p:sp>
        <p:nvSpPr>
          <p:cNvPr id="6" name="Footer Placeholder 5">
            <a:extLst>
              <a:ext uri="{FF2B5EF4-FFF2-40B4-BE49-F238E27FC236}">
                <a16:creationId xmlns:a16="http://schemas.microsoft.com/office/drawing/2014/main" id="{C2F87F72-D9C5-4547-8CC7-36B848F3C14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B2FF9E5-08A0-494A-9808-4BE1185A8F15}"/>
              </a:ext>
            </a:extLst>
          </p:cNvPr>
          <p:cNvSpPr>
            <a:spLocks noGrp="1"/>
          </p:cNvSpPr>
          <p:nvPr>
            <p:ph type="sldNum" sz="quarter" idx="12"/>
          </p:nvPr>
        </p:nvSpPr>
        <p:spPr/>
        <p:txBody>
          <a:bodyPr/>
          <a:lstStyle/>
          <a:p>
            <a:fld id="{731D6CA2-A9CD-4971-ABC0-FCCACEAFD435}" type="slidenum">
              <a:rPr lang="en-GB" smtClean="0"/>
              <a:t>‹#›</a:t>
            </a:fld>
            <a:endParaRPr lang="en-GB"/>
          </a:p>
        </p:txBody>
      </p:sp>
    </p:spTree>
    <p:extLst>
      <p:ext uri="{BB962C8B-B14F-4D97-AF65-F5344CB8AC3E}">
        <p14:creationId xmlns:p14="http://schemas.microsoft.com/office/powerpoint/2010/main" val="1748589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70709-0F3E-4A94-8097-F9BAF04A627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E595C2B-634B-42C3-95C5-186A3B5621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A82479-0488-4B26-BADD-5A2A056E95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AA3DF2B-B7DE-4AC3-A407-4741AED3C0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62E2C4-F6F9-4CB2-8B88-62797AD57C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67CED84-8CCC-4998-ABFB-FDAAE7B98ABF}"/>
              </a:ext>
            </a:extLst>
          </p:cNvPr>
          <p:cNvSpPr>
            <a:spLocks noGrp="1"/>
          </p:cNvSpPr>
          <p:nvPr>
            <p:ph type="dt" sz="half" idx="10"/>
          </p:nvPr>
        </p:nvSpPr>
        <p:spPr/>
        <p:txBody>
          <a:bodyPr/>
          <a:lstStyle/>
          <a:p>
            <a:fld id="{59C71EF4-3027-460C-A272-C6A63581D358}" type="datetime1">
              <a:rPr lang="en-GB" smtClean="0"/>
              <a:t>13/10/2019</a:t>
            </a:fld>
            <a:endParaRPr lang="en-GB"/>
          </a:p>
        </p:txBody>
      </p:sp>
      <p:sp>
        <p:nvSpPr>
          <p:cNvPr id="8" name="Footer Placeholder 7">
            <a:extLst>
              <a:ext uri="{FF2B5EF4-FFF2-40B4-BE49-F238E27FC236}">
                <a16:creationId xmlns:a16="http://schemas.microsoft.com/office/drawing/2014/main" id="{271752BA-4844-4BEC-BA16-EC5091B9171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25F4E2D-9B9B-45B1-9512-C78F09B82C62}"/>
              </a:ext>
            </a:extLst>
          </p:cNvPr>
          <p:cNvSpPr>
            <a:spLocks noGrp="1"/>
          </p:cNvSpPr>
          <p:nvPr>
            <p:ph type="sldNum" sz="quarter" idx="12"/>
          </p:nvPr>
        </p:nvSpPr>
        <p:spPr/>
        <p:txBody>
          <a:bodyPr/>
          <a:lstStyle/>
          <a:p>
            <a:fld id="{731D6CA2-A9CD-4971-ABC0-FCCACEAFD435}" type="slidenum">
              <a:rPr lang="en-GB" smtClean="0"/>
              <a:t>‹#›</a:t>
            </a:fld>
            <a:endParaRPr lang="en-GB"/>
          </a:p>
        </p:txBody>
      </p:sp>
    </p:spTree>
    <p:extLst>
      <p:ext uri="{BB962C8B-B14F-4D97-AF65-F5344CB8AC3E}">
        <p14:creationId xmlns:p14="http://schemas.microsoft.com/office/powerpoint/2010/main" val="2965428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D1AE1-6939-4AD6-91D8-C7F9FD67A4D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3435871-B761-4EEC-8B32-77A26A1CE22E}"/>
              </a:ext>
            </a:extLst>
          </p:cNvPr>
          <p:cNvSpPr>
            <a:spLocks noGrp="1"/>
          </p:cNvSpPr>
          <p:nvPr>
            <p:ph type="dt" sz="half" idx="10"/>
          </p:nvPr>
        </p:nvSpPr>
        <p:spPr/>
        <p:txBody>
          <a:bodyPr/>
          <a:lstStyle/>
          <a:p>
            <a:fld id="{C52B9029-2089-45C7-8B03-1B47A1872CB8}" type="datetime1">
              <a:rPr lang="en-GB" smtClean="0"/>
              <a:t>13/10/2019</a:t>
            </a:fld>
            <a:endParaRPr lang="en-GB"/>
          </a:p>
        </p:txBody>
      </p:sp>
      <p:sp>
        <p:nvSpPr>
          <p:cNvPr id="4" name="Footer Placeholder 3">
            <a:extLst>
              <a:ext uri="{FF2B5EF4-FFF2-40B4-BE49-F238E27FC236}">
                <a16:creationId xmlns:a16="http://schemas.microsoft.com/office/drawing/2014/main" id="{1888C478-4B2B-44B2-A2CA-399351CD31E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AF964E0-D845-4476-B97E-F23ABE9BFFD6}"/>
              </a:ext>
            </a:extLst>
          </p:cNvPr>
          <p:cNvSpPr>
            <a:spLocks noGrp="1"/>
          </p:cNvSpPr>
          <p:nvPr>
            <p:ph type="sldNum" sz="quarter" idx="12"/>
          </p:nvPr>
        </p:nvSpPr>
        <p:spPr/>
        <p:txBody>
          <a:bodyPr/>
          <a:lstStyle/>
          <a:p>
            <a:fld id="{731D6CA2-A9CD-4971-ABC0-FCCACEAFD435}" type="slidenum">
              <a:rPr lang="en-GB" smtClean="0"/>
              <a:t>‹#›</a:t>
            </a:fld>
            <a:endParaRPr lang="en-GB"/>
          </a:p>
        </p:txBody>
      </p:sp>
    </p:spTree>
    <p:extLst>
      <p:ext uri="{BB962C8B-B14F-4D97-AF65-F5344CB8AC3E}">
        <p14:creationId xmlns:p14="http://schemas.microsoft.com/office/powerpoint/2010/main" val="3407920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B5A40A-CDB7-4669-9F54-6DDD094A4A94}"/>
              </a:ext>
            </a:extLst>
          </p:cNvPr>
          <p:cNvSpPr>
            <a:spLocks noGrp="1"/>
          </p:cNvSpPr>
          <p:nvPr>
            <p:ph type="dt" sz="half" idx="10"/>
          </p:nvPr>
        </p:nvSpPr>
        <p:spPr/>
        <p:txBody>
          <a:bodyPr/>
          <a:lstStyle/>
          <a:p>
            <a:fld id="{BA07F04F-4011-42FC-BD97-4D58024DC0E6}" type="datetime1">
              <a:rPr lang="en-GB" smtClean="0"/>
              <a:t>13/10/2019</a:t>
            </a:fld>
            <a:endParaRPr lang="en-GB"/>
          </a:p>
        </p:txBody>
      </p:sp>
      <p:sp>
        <p:nvSpPr>
          <p:cNvPr id="3" name="Footer Placeholder 2">
            <a:extLst>
              <a:ext uri="{FF2B5EF4-FFF2-40B4-BE49-F238E27FC236}">
                <a16:creationId xmlns:a16="http://schemas.microsoft.com/office/drawing/2014/main" id="{CA96C709-7CF1-4E7E-8AA5-3FAB9FF38CF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803E411-3915-4E73-B0DF-0FF228BF7AA8}"/>
              </a:ext>
            </a:extLst>
          </p:cNvPr>
          <p:cNvSpPr>
            <a:spLocks noGrp="1"/>
          </p:cNvSpPr>
          <p:nvPr>
            <p:ph type="sldNum" sz="quarter" idx="12"/>
          </p:nvPr>
        </p:nvSpPr>
        <p:spPr/>
        <p:txBody>
          <a:bodyPr/>
          <a:lstStyle/>
          <a:p>
            <a:fld id="{731D6CA2-A9CD-4971-ABC0-FCCACEAFD435}" type="slidenum">
              <a:rPr lang="en-GB" smtClean="0"/>
              <a:t>‹#›</a:t>
            </a:fld>
            <a:endParaRPr lang="en-GB"/>
          </a:p>
        </p:txBody>
      </p:sp>
    </p:spTree>
    <p:extLst>
      <p:ext uri="{BB962C8B-B14F-4D97-AF65-F5344CB8AC3E}">
        <p14:creationId xmlns:p14="http://schemas.microsoft.com/office/powerpoint/2010/main" val="2938714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013A6-403A-418C-84EB-5019B2B20E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7BEF47E-59D2-49A0-9752-31B585BB29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E43E4A0-FF21-4746-B027-7050D7087F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8BB933-F648-4F17-965F-B6CDD40FF56E}"/>
              </a:ext>
            </a:extLst>
          </p:cNvPr>
          <p:cNvSpPr>
            <a:spLocks noGrp="1"/>
          </p:cNvSpPr>
          <p:nvPr>
            <p:ph type="dt" sz="half" idx="10"/>
          </p:nvPr>
        </p:nvSpPr>
        <p:spPr/>
        <p:txBody>
          <a:bodyPr/>
          <a:lstStyle/>
          <a:p>
            <a:fld id="{B5262D28-F79E-4C3A-B0C5-2C13D8A45952}" type="datetime1">
              <a:rPr lang="en-GB" smtClean="0"/>
              <a:t>13/10/2019</a:t>
            </a:fld>
            <a:endParaRPr lang="en-GB"/>
          </a:p>
        </p:txBody>
      </p:sp>
      <p:sp>
        <p:nvSpPr>
          <p:cNvPr id="6" name="Footer Placeholder 5">
            <a:extLst>
              <a:ext uri="{FF2B5EF4-FFF2-40B4-BE49-F238E27FC236}">
                <a16:creationId xmlns:a16="http://schemas.microsoft.com/office/drawing/2014/main" id="{A2E1AE0F-47E8-4385-9DB7-6E4322805C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AD92674-459F-41E0-AEDF-2E5631E23399}"/>
              </a:ext>
            </a:extLst>
          </p:cNvPr>
          <p:cNvSpPr>
            <a:spLocks noGrp="1"/>
          </p:cNvSpPr>
          <p:nvPr>
            <p:ph type="sldNum" sz="quarter" idx="12"/>
          </p:nvPr>
        </p:nvSpPr>
        <p:spPr/>
        <p:txBody>
          <a:bodyPr/>
          <a:lstStyle/>
          <a:p>
            <a:fld id="{731D6CA2-A9CD-4971-ABC0-FCCACEAFD435}" type="slidenum">
              <a:rPr lang="en-GB" smtClean="0"/>
              <a:t>‹#›</a:t>
            </a:fld>
            <a:endParaRPr lang="en-GB"/>
          </a:p>
        </p:txBody>
      </p:sp>
    </p:spTree>
    <p:extLst>
      <p:ext uri="{BB962C8B-B14F-4D97-AF65-F5344CB8AC3E}">
        <p14:creationId xmlns:p14="http://schemas.microsoft.com/office/powerpoint/2010/main" val="758636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2E4F8-7CEB-4618-BD51-9739D1A4E2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60C8AF7-D482-42DE-8DC3-6090A4A9D4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549B134-414F-4960-BBC3-1A608B7C18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30A53E-31A5-4BDB-9C46-BD2E8950972C}"/>
              </a:ext>
            </a:extLst>
          </p:cNvPr>
          <p:cNvSpPr>
            <a:spLocks noGrp="1"/>
          </p:cNvSpPr>
          <p:nvPr>
            <p:ph type="dt" sz="half" idx="10"/>
          </p:nvPr>
        </p:nvSpPr>
        <p:spPr/>
        <p:txBody>
          <a:bodyPr/>
          <a:lstStyle/>
          <a:p>
            <a:fld id="{9F092466-9EC8-4896-8952-C0F183807CFE}" type="datetime1">
              <a:rPr lang="en-GB" smtClean="0"/>
              <a:t>13/10/2019</a:t>
            </a:fld>
            <a:endParaRPr lang="en-GB"/>
          </a:p>
        </p:txBody>
      </p:sp>
      <p:sp>
        <p:nvSpPr>
          <p:cNvPr id="6" name="Footer Placeholder 5">
            <a:extLst>
              <a:ext uri="{FF2B5EF4-FFF2-40B4-BE49-F238E27FC236}">
                <a16:creationId xmlns:a16="http://schemas.microsoft.com/office/drawing/2014/main" id="{6E0A25CA-572C-4825-98F8-CB1F2CDAA0B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E08F079-3B9D-4C92-9399-2B54D9AF31FE}"/>
              </a:ext>
            </a:extLst>
          </p:cNvPr>
          <p:cNvSpPr>
            <a:spLocks noGrp="1"/>
          </p:cNvSpPr>
          <p:nvPr>
            <p:ph type="sldNum" sz="quarter" idx="12"/>
          </p:nvPr>
        </p:nvSpPr>
        <p:spPr/>
        <p:txBody>
          <a:bodyPr/>
          <a:lstStyle/>
          <a:p>
            <a:fld id="{731D6CA2-A9CD-4971-ABC0-FCCACEAFD435}" type="slidenum">
              <a:rPr lang="en-GB" smtClean="0"/>
              <a:t>‹#›</a:t>
            </a:fld>
            <a:endParaRPr lang="en-GB"/>
          </a:p>
        </p:txBody>
      </p:sp>
    </p:spTree>
    <p:extLst>
      <p:ext uri="{BB962C8B-B14F-4D97-AF65-F5344CB8AC3E}">
        <p14:creationId xmlns:p14="http://schemas.microsoft.com/office/powerpoint/2010/main" val="2001463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B0991-FF9B-40D5-B9B3-A1E8BDE798C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AD00C6A-6DB5-4EB5-9694-BD9B5F7161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A6B0941-26E7-4632-9201-CF99B1CCE4A0}"/>
              </a:ext>
            </a:extLst>
          </p:cNvPr>
          <p:cNvSpPr>
            <a:spLocks noGrp="1"/>
          </p:cNvSpPr>
          <p:nvPr>
            <p:ph type="dt" sz="half" idx="10"/>
          </p:nvPr>
        </p:nvSpPr>
        <p:spPr/>
        <p:txBody>
          <a:bodyPr/>
          <a:lstStyle/>
          <a:p>
            <a:fld id="{31FC19BA-A00D-4EA1-A5F1-02DAEAB62846}" type="datetime1">
              <a:rPr lang="en-GB" smtClean="0"/>
              <a:t>13/10/2019</a:t>
            </a:fld>
            <a:endParaRPr lang="en-GB"/>
          </a:p>
        </p:txBody>
      </p:sp>
      <p:sp>
        <p:nvSpPr>
          <p:cNvPr id="5" name="Footer Placeholder 4">
            <a:extLst>
              <a:ext uri="{FF2B5EF4-FFF2-40B4-BE49-F238E27FC236}">
                <a16:creationId xmlns:a16="http://schemas.microsoft.com/office/drawing/2014/main" id="{010F49C5-8149-441B-A7EA-ADAD5C52FAD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12A36F5-2EFD-498D-A96C-38751FA57142}"/>
              </a:ext>
            </a:extLst>
          </p:cNvPr>
          <p:cNvSpPr>
            <a:spLocks noGrp="1"/>
          </p:cNvSpPr>
          <p:nvPr>
            <p:ph type="sldNum" sz="quarter" idx="12"/>
          </p:nvPr>
        </p:nvSpPr>
        <p:spPr/>
        <p:txBody>
          <a:bodyPr/>
          <a:lstStyle/>
          <a:p>
            <a:fld id="{731D6CA2-A9CD-4971-ABC0-FCCACEAFD435}" type="slidenum">
              <a:rPr lang="en-GB" smtClean="0"/>
              <a:t>‹#›</a:t>
            </a:fld>
            <a:endParaRPr lang="en-GB"/>
          </a:p>
        </p:txBody>
      </p:sp>
    </p:spTree>
    <p:extLst>
      <p:ext uri="{BB962C8B-B14F-4D97-AF65-F5344CB8AC3E}">
        <p14:creationId xmlns:p14="http://schemas.microsoft.com/office/powerpoint/2010/main" val="3738068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A01B28-8322-4B56-8138-DCA545F730B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018DFCF-A76C-41FE-807D-6862469735C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0912311-050C-4796-BFBA-9428894F63D9}"/>
              </a:ext>
            </a:extLst>
          </p:cNvPr>
          <p:cNvSpPr>
            <a:spLocks noGrp="1"/>
          </p:cNvSpPr>
          <p:nvPr>
            <p:ph type="dt" sz="half" idx="10"/>
          </p:nvPr>
        </p:nvSpPr>
        <p:spPr/>
        <p:txBody>
          <a:bodyPr/>
          <a:lstStyle/>
          <a:p>
            <a:fld id="{F3D6CFC5-158A-49C6-B117-566BACBEC145}" type="datetime1">
              <a:rPr lang="en-GB" smtClean="0"/>
              <a:t>13/10/2019</a:t>
            </a:fld>
            <a:endParaRPr lang="en-GB"/>
          </a:p>
        </p:txBody>
      </p:sp>
      <p:sp>
        <p:nvSpPr>
          <p:cNvPr id="5" name="Footer Placeholder 4">
            <a:extLst>
              <a:ext uri="{FF2B5EF4-FFF2-40B4-BE49-F238E27FC236}">
                <a16:creationId xmlns:a16="http://schemas.microsoft.com/office/drawing/2014/main" id="{AC84DE90-D46C-40C1-A332-791845E6816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705893F-A6CD-45CF-8E27-85E615251C01}"/>
              </a:ext>
            </a:extLst>
          </p:cNvPr>
          <p:cNvSpPr>
            <a:spLocks noGrp="1"/>
          </p:cNvSpPr>
          <p:nvPr>
            <p:ph type="sldNum" sz="quarter" idx="12"/>
          </p:nvPr>
        </p:nvSpPr>
        <p:spPr/>
        <p:txBody>
          <a:bodyPr/>
          <a:lstStyle/>
          <a:p>
            <a:fld id="{731D6CA2-A9CD-4971-ABC0-FCCACEAFD435}" type="slidenum">
              <a:rPr lang="en-GB" smtClean="0"/>
              <a:t>‹#›</a:t>
            </a:fld>
            <a:endParaRPr lang="en-GB"/>
          </a:p>
        </p:txBody>
      </p:sp>
    </p:spTree>
    <p:extLst>
      <p:ext uri="{BB962C8B-B14F-4D97-AF65-F5344CB8AC3E}">
        <p14:creationId xmlns:p14="http://schemas.microsoft.com/office/powerpoint/2010/main" val="2427564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15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F3A72E-22AA-45B5-AB2B-B14DF444D2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5F014E8-9F73-414F-AB53-C116B5E65E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A6FC299-E6EE-47C7-9E5E-8C479B905D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2CF89E-22F5-482A-B097-C711924D3FC8}" type="datetime1">
              <a:rPr lang="en-GB" smtClean="0"/>
              <a:t>13/10/2019</a:t>
            </a:fld>
            <a:endParaRPr lang="en-GB"/>
          </a:p>
        </p:txBody>
      </p:sp>
      <p:sp>
        <p:nvSpPr>
          <p:cNvPr id="5" name="Footer Placeholder 4">
            <a:extLst>
              <a:ext uri="{FF2B5EF4-FFF2-40B4-BE49-F238E27FC236}">
                <a16:creationId xmlns:a16="http://schemas.microsoft.com/office/drawing/2014/main" id="{6B72DC25-67F6-41C4-909A-AF451766B6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18E83ACD-D347-4A8E-9333-E8EF94A709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1D6CA2-A9CD-4971-ABC0-FCCACEAFD435}" type="slidenum">
              <a:rPr lang="en-GB" smtClean="0"/>
              <a:t>‹#›</a:t>
            </a:fld>
            <a:endParaRPr lang="en-GB"/>
          </a:p>
        </p:txBody>
      </p:sp>
    </p:spTree>
    <p:extLst>
      <p:ext uri="{BB962C8B-B14F-4D97-AF65-F5344CB8AC3E}">
        <p14:creationId xmlns:p14="http://schemas.microsoft.com/office/powerpoint/2010/main" val="12944205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docs.google.com/presentation/d/1n2RlMdmv1p25Xy5thJUhkKGvjtV-dkAIsUXP-AL4ffI/edit#slide=id.g362da58057_0_1"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tarlogs.net/#tidyverse/ggplot2"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hyperlink" Target="https://cfss.uchicago.edu/setup/git-with-rstudio/" TargetMode="External"/><Relationship Id="rId3" Type="http://schemas.openxmlformats.org/officeDocument/2006/relationships/hyperlink" Target="https://doi.org/10.1371/journal.pcbi.1004668" TargetMode="External"/><Relationship Id="rId7" Type="http://schemas.openxmlformats.org/officeDocument/2006/relationships/hyperlink" Target="https://git-lfs.github.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github.com/trein/dev-best-practices/wiki/Git-Commit-Best-Practices" TargetMode="External"/><Relationship Id="rId5" Type="http://schemas.openxmlformats.org/officeDocument/2006/relationships/hyperlink" Target="https://stackoverflow.com/questions/315911/git-for-beginners-the-definitive-practical-guide" TargetMode="External"/><Relationship Id="rId4" Type="http://schemas.openxmlformats.org/officeDocument/2006/relationships/hyperlink" Target="https://www.youtube.com/watch?v=9GKpbI1sio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D3EDD-5B6D-4CC2-B599-BDC59E296403}"/>
              </a:ext>
            </a:extLst>
          </p:cNvPr>
          <p:cNvSpPr>
            <a:spLocks noGrp="1"/>
          </p:cNvSpPr>
          <p:nvPr>
            <p:ph type="ctrTitle"/>
          </p:nvPr>
        </p:nvSpPr>
        <p:spPr>
          <a:xfrm>
            <a:off x="1524000" y="250345"/>
            <a:ext cx="9144000" cy="1629226"/>
          </a:xfrm>
        </p:spPr>
        <p:txBody>
          <a:bodyPr>
            <a:normAutofit fontScale="90000"/>
          </a:bodyPr>
          <a:lstStyle/>
          <a:p>
            <a:r>
              <a:rPr lang="it-IT" b="1" dirty="0"/>
              <a:t>Version Control and </a:t>
            </a:r>
            <a:r>
              <a:rPr lang="it-IT" b="1" dirty="0" err="1"/>
              <a:t>Git</a:t>
            </a:r>
            <a:r>
              <a:rPr lang="it-IT" b="1" dirty="0"/>
              <a:t>:</a:t>
            </a:r>
            <a:br>
              <a:rPr lang="it-IT" b="1" dirty="0"/>
            </a:br>
            <a:r>
              <a:rPr lang="it-IT" b="1" dirty="0"/>
              <a:t>A Brief </a:t>
            </a:r>
            <a:r>
              <a:rPr lang="it-IT" b="1" dirty="0" err="1"/>
              <a:t>Introduction</a:t>
            </a:r>
            <a:endParaRPr lang="en-GB" b="1" dirty="0"/>
          </a:p>
        </p:txBody>
      </p:sp>
      <p:sp>
        <p:nvSpPr>
          <p:cNvPr id="3" name="Subtitle 2">
            <a:extLst>
              <a:ext uri="{FF2B5EF4-FFF2-40B4-BE49-F238E27FC236}">
                <a16:creationId xmlns:a16="http://schemas.microsoft.com/office/drawing/2014/main" id="{27480744-A1DC-4D9B-A65F-67400D4281E0}"/>
              </a:ext>
            </a:extLst>
          </p:cNvPr>
          <p:cNvSpPr>
            <a:spLocks noGrp="1"/>
          </p:cNvSpPr>
          <p:nvPr>
            <p:ph type="subTitle" idx="1"/>
          </p:nvPr>
        </p:nvSpPr>
        <p:spPr>
          <a:xfrm>
            <a:off x="1317072" y="6087974"/>
            <a:ext cx="9350928" cy="374344"/>
          </a:xfrm>
        </p:spPr>
        <p:txBody>
          <a:bodyPr>
            <a:normAutofit fontScale="92500" lnSpcReduction="10000"/>
          </a:bodyPr>
          <a:lstStyle/>
          <a:p>
            <a:r>
              <a:rPr lang="it-IT" dirty="0"/>
              <a:t>Daniele Capocefalo, GT Lab, 2019</a:t>
            </a:r>
            <a:endParaRPr lang="en-GB" dirty="0"/>
          </a:p>
        </p:txBody>
      </p:sp>
      <p:pic>
        <p:nvPicPr>
          <p:cNvPr id="5" name="Picture 4">
            <a:extLst>
              <a:ext uri="{FF2B5EF4-FFF2-40B4-BE49-F238E27FC236}">
                <a16:creationId xmlns:a16="http://schemas.microsoft.com/office/drawing/2014/main" id="{A071EFA5-66E2-461F-AF9A-805D406162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5973" y="1879571"/>
            <a:ext cx="5953125" cy="3968750"/>
          </a:xfrm>
          <a:prstGeom prst="rect">
            <a:avLst/>
          </a:prstGeom>
        </p:spPr>
      </p:pic>
    </p:spTree>
    <p:extLst>
      <p:ext uri="{BB962C8B-B14F-4D97-AF65-F5344CB8AC3E}">
        <p14:creationId xmlns:p14="http://schemas.microsoft.com/office/powerpoint/2010/main" val="747306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924B7-F0C3-4605-83B6-CB6A2CA35320}"/>
              </a:ext>
            </a:extLst>
          </p:cNvPr>
          <p:cNvSpPr>
            <a:spLocks noGrp="1"/>
          </p:cNvSpPr>
          <p:nvPr>
            <p:ph type="title"/>
          </p:nvPr>
        </p:nvSpPr>
        <p:spPr>
          <a:xfrm>
            <a:off x="419100" y="365125"/>
            <a:ext cx="11353800" cy="896083"/>
          </a:xfrm>
        </p:spPr>
        <p:txBody>
          <a:bodyPr/>
          <a:lstStyle/>
          <a:p>
            <a:r>
              <a:rPr lang="it-IT" b="1" dirty="0"/>
              <a:t>Version Control: a (</a:t>
            </a:r>
            <a:r>
              <a:rPr lang="it-IT" b="1" dirty="0" err="1"/>
              <a:t>real</a:t>
            </a:r>
            <a:r>
              <a:rPr lang="it-IT" b="1" dirty="0"/>
              <a:t>) story of </a:t>
            </a:r>
            <a:r>
              <a:rPr lang="it-IT" b="1" dirty="0" err="1"/>
              <a:t>Pain</a:t>
            </a:r>
            <a:r>
              <a:rPr lang="it-IT" b="1" dirty="0"/>
              <a:t> and </a:t>
            </a:r>
            <a:r>
              <a:rPr lang="it-IT" b="1" dirty="0" err="1"/>
              <a:t>Suffering</a:t>
            </a:r>
            <a:endParaRPr lang="en-GB" b="1" dirty="0"/>
          </a:p>
        </p:txBody>
      </p:sp>
      <p:sp>
        <p:nvSpPr>
          <p:cNvPr id="3" name="Content Placeholder 2">
            <a:extLst>
              <a:ext uri="{FF2B5EF4-FFF2-40B4-BE49-F238E27FC236}">
                <a16:creationId xmlns:a16="http://schemas.microsoft.com/office/drawing/2014/main" id="{E35C56DE-7D76-47C5-8B9C-8A8A34610C21}"/>
              </a:ext>
            </a:extLst>
          </p:cNvPr>
          <p:cNvSpPr>
            <a:spLocks noGrp="1"/>
          </p:cNvSpPr>
          <p:nvPr>
            <p:ph idx="1"/>
          </p:nvPr>
        </p:nvSpPr>
        <p:spPr>
          <a:xfrm>
            <a:off x="180974" y="1842966"/>
            <a:ext cx="8610601" cy="4374417"/>
          </a:xfrm>
        </p:spPr>
        <p:txBody>
          <a:bodyPr>
            <a:normAutofit/>
          </a:bodyPr>
          <a:lstStyle/>
          <a:p>
            <a:pPr algn="just"/>
            <a:r>
              <a:rPr lang="it-IT" dirty="0" err="1"/>
              <a:t>Congratulations</a:t>
            </a:r>
            <a:r>
              <a:rPr lang="it-IT" dirty="0"/>
              <a:t> Daniele, </a:t>
            </a:r>
            <a:r>
              <a:rPr lang="it-IT" dirty="0" err="1"/>
              <a:t>you</a:t>
            </a:r>
            <a:r>
              <a:rPr lang="it-IT" dirty="0"/>
              <a:t> just </a:t>
            </a:r>
            <a:r>
              <a:rPr lang="it-IT" dirty="0" err="1"/>
              <a:t>completed</a:t>
            </a:r>
            <a:r>
              <a:rPr lang="it-IT" dirty="0"/>
              <a:t> </a:t>
            </a:r>
            <a:r>
              <a:rPr lang="it-IT" dirty="0" err="1"/>
              <a:t>your</a:t>
            </a:r>
            <a:r>
              <a:rPr lang="it-IT" dirty="0"/>
              <a:t> first </a:t>
            </a:r>
            <a:r>
              <a:rPr lang="it-IT" dirty="0" err="1"/>
              <a:t>bioinfo</a:t>
            </a:r>
            <a:r>
              <a:rPr lang="it-IT" dirty="0"/>
              <a:t> tool/pipeline/project!</a:t>
            </a:r>
          </a:p>
          <a:p>
            <a:pPr algn="just"/>
            <a:r>
              <a:rPr lang="it-IT" dirty="0" err="1"/>
              <a:t>Most</a:t>
            </a:r>
            <a:r>
              <a:rPr lang="it-IT" dirty="0"/>
              <a:t> </a:t>
            </a:r>
            <a:r>
              <a:rPr lang="it-IT" dirty="0" err="1"/>
              <a:t>importantly</a:t>
            </a:r>
            <a:r>
              <a:rPr lang="it-IT" dirty="0"/>
              <a:t>, </a:t>
            </a:r>
            <a:r>
              <a:rPr lang="it-IT" dirty="0" err="1"/>
              <a:t>your</a:t>
            </a:r>
            <a:r>
              <a:rPr lang="it-IT" dirty="0"/>
              <a:t> code works! And </a:t>
            </a:r>
            <a:r>
              <a:rPr lang="it-IT" dirty="0" err="1"/>
              <a:t>is</a:t>
            </a:r>
            <a:r>
              <a:rPr lang="it-IT" dirty="0"/>
              <a:t> </a:t>
            </a:r>
            <a:r>
              <a:rPr lang="it-IT" dirty="0" err="1"/>
              <a:t>useful</a:t>
            </a:r>
            <a:r>
              <a:rPr lang="it-IT" dirty="0"/>
              <a:t>!</a:t>
            </a:r>
          </a:p>
          <a:p>
            <a:pPr algn="just"/>
            <a:r>
              <a:rPr lang="it-IT" dirty="0" err="1"/>
              <a:t>You</a:t>
            </a:r>
            <a:r>
              <a:rPr lang="it-IT" dirty="0"/>
              <a:t> </a:t>
            </a:r>
            <a:r>
              <a:rPr lang="it-IT" dirty="0" err="1"/>
              <a:t>publish</a:t>
            </a:r>
            <a:r>
              <a:rPr lang="it-IT" dirty="0"/>
              <a:t> </a:t>
            </a:r>
            <a:r>
              <a:rPr lang="it-IT" dirty="0" err="1"/>
              <a:t>your</a:t>
            </a:r>
            <a:r>
              <a:rPr lang="it-IT" dirty="0"/>
              <a:t> code online, or </a:t>
            </a:r>
            <a:r>
              <a:rPr lang="it-IT" dirty="0" err="1"/>
              <a:t>you</a:t>
            </a:r>
            <a:r>
              <a:rPr lang="it-IT" dirty="0"/>
              <a:t>  </a:t>
            </a:r>
            <a:r>
              <a:rPr lang="it-IT" dirty="0" err="1"/>
              <a:t>redistribute</a:t>
            </a:r>
            <a:r>
              <a:rPr lang="it-IT" dirty="0"/>
              <a:t> </a:t>
            </a:r>
            <a:r>
              <a:rPr lang="it-IT" dirty="0" err="1"/>
              <a:t>it</a:t>
            </a:r>
            <a:r>
              <a:rPr lang="it-IT" dirty="0"/>
              <a:t> to </a:t>
            </a:r>
            <a:r>
              <a:rPr lang="it-IT" dirty="0" err="1"/>
              <a:t>your</a:t>
            </a:r>
            <a:r>
              <a:rPr lang="it-IT" dirty="0"/>
              <a:t> lab</a:t>
            </a:r>
          </a:p>
          <a:p>
            <a:pPr algn="just"/>
            <a:r>
              <a:rPr lang="it-IT" dirty="0" err="1"/>
              <a:t>It</a:t>
            </a:r>
            <a:r>
              <a:rPr lang="it-IT" dirty="0"/>
              <a:t> </a:t>
            </a:r>
            <a:r>
              <a:rPr lang="it-IT" dirty="0" err="1"/>
              <a:t>is</a:t>
            </a:r>
            <a:r>
              <a:rPr lang="it-IT" dirty="0"/>
              <a:t> </a:t>
            </a:r>
            <a:r>
              <a:rPr lang="it-IT" dirty="0" err="1"/>
              <a:t>your</a:t>
            </a:r>
            <a:r>
              <a:rPr lang="it-IT" dirty="0"/>
              <a:t> code and </a:t>
            </a:r>
            <a:r>
              <a:rPr lang="it-IT" dirty="0" err="1"/>
              <a:t>your</a:t>
            </a:r>
            <a:r>
              <a:rPr lang="it-IT" dirty="0"/>
              <a:t> code </a:t>
            </a:r>
            <a:r>
              <a:rPr lang="it-IT" dirty="0" err="1"/>
              <a:t>only</a:t>
            </a:r>
            <a:r>
              <a:rPr lang="it-IT" dirty="0"/>
              <a:t>, and </a:t>
            </a:r>
            <a:r>
              <a:rPr lang="it-IT" dirty="0" err="1"/>
              <a:t>you</a:t>
            </a:r>
            <a:r>
              <a:rPr lang="it-IT" dirty="0"/>
              <a:t> know </a:t>
            </a:r>
            <a:r>
              <a:rPr lang="it-IT" dirty="0" err="1"/>
              <a:t>every</a:t>
            </a:r>
            <a:r>
              <a:rPr lang="it-IT" dirty="0"/>
              <a:t> </a:t>
            </a:r>
            <a:r>
              <a:rPr lang="it-IT" dirty="0" err="1"/>
              <a:t>detail</a:t>
            </a:r>
            <a:r>
              <a:rPr lang="it-IT" dirty="0"/>
              <a:t> of </a:t>
            </a:r>
            <a:r>
              <a:rPr lang="it-IT" dirty="0" err="1"/>
              <a:t>it</a:t>
            </a:r>
            <a:r>
              <a:rPr lang="it-IT" dirty="0"/>
              <a:t>.</a:t>
            </a:r>
          </a:p>
        </p:txBody>
      </p:sp>
      <p:sp>
        <p:nvSpPr>
          <p:cNvPr id="4" name="Date Placeholder 3">
            <a:extLst>
              <a:ext uri="{FF2B5EF4-FFF2-40B4-BE49-F238E27FC236}">
                <a16:creationId xmlns:a16="http://schemas.microsoft.com/office/drawing/2014/main" id="{529D58A2-F388-4525-A8F6-1A9639DA68BD}"/>
              </a:ext>
            </a:extLst>
          </p:cNvPr>
          <p:cNvSpPr>
            <a:spLocks noGrp="1"/>
          </p:cNvSpPr>
          <p:nvPr>
            <p:ph type="dt" sz="half" idx="10"/>
          </p:nvPr>
        </p:nvSpPr>
        <p:spPr/>
        <p:txBody>
          <a:bodyPr/>
          <a:lstStyle/>
          <a:p>
            <a:fld id="{615DC437-A0DD-46F5-9201-CD90B91D6AA7}" type="datetime1">
              <a:rPr lang="en-GB" smtClean="0"/>
              <a:t>13/10/2019</a:t>
            </a:fld>
            <a:endParaRPr lang="en-GB"/>
          </a:p>
        </p:txBody>
      </p:sp>
      <p:sp>
        <p:nvSpPr>
          <p:cNvPr id="5" name="Slide Number Placeholder 4">
            <a:extLst>
              <a:ext uri="{FF2B5EF4-FFF2-40B4-BE49-F238E27FC236}">
                <a16:creationId xmlns:a16="http://schemas.microsoft.com/office/drawing/2014/main" id="{8F50F131-ACAD-43AE-9E97-2E0E97A27E95}"/>
              </a:ext>
            </a:extLst>
          </p:cNvPr>
          <p:cNvSpPr>
            <a:spLocks noGrp="1"/>
          </p:cNvSpPr>
          <p:nvPr>
            <p:ph type="sldNum" sz="quarter" idx="12"/>
          </p:nvPr>
        </p:nvSpPr>
        <p:spPr/>
        <p:txBody>
          <a:bodyPr/>
          <a:lstStyle/>
          <a:p>
            <a:fld id="{731D6CA2-A9CD-4971-ABC0-FCCACEAFD435}" type="slidenum">
              <a:rPr lang="en-GB" smtClean="0"/>
              <a:t>2</a:t>
            </a:fld>
            <a:endParaRPr lang="en-GB"/>
          </a:p>
        </p:txBody>
      </p:sp>
      <p:pic>
        <p:nvPicPr>
          <p:cNvPr id="9" name="Picture 8">
            <a:extLst>
              <a:ext uri="{FF2B5EF4-FFF2-40B4-BE49-F238E27FC236}">
                <a16:creationId xmlns:a16="http://schemas.microsoft.com/office/drawing/2014/main" id="{8767D973-84B5-4314-A44F-56A36AF6F0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24926" y="1816833"/>
            <a:ext cx="2743200" cy="2770633"/>
          </a:xfrm>
          <a:prstGeom prst="rect">
            <a:avLst/>
          </a:prstGeom>
        </p:spPr>
      </p:pic>
    </p:spTree>
    <p:extLst>
      <p:ext uri="{BB962C8B-B14F-4D97-AF65-F5344CB8AC3E}">
        <p14:creationId xmlns:p14="http://schemas.microsoft.com/office/powerpoint/2010/main" val="845403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6751BDB-2571-4A17-820E-C7132C77188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4692" y="741362"/>
            <a:ext cx="10082615" cy="5375275"/>
          </a:xfrm>
        </p:spPr>
      </p:pic>
      <p:sp>
        <p:nvSpPr>
          <p:cNvPr id="4" name="Date Placeholder 3">
            <a:extLst>
              <a:ext uri="{FF2B5EF4-FFF2-40B4-BE49-F238E27FC236}">
                <a16:creationId xmlns:a16="http://schemas.microsoft.com/office/drawing/2014/main" id="{A5DB7CA9-DF2B-4C7D-BC07-1C33FE591E8B}"/>
              </a:ext>
            </a:extLst>
          </p:cNvPr>
          <p:cNvSpPr>
            <a:spLocks noGrp="1"/>
          </p:cNvSpPr>
          <p:nvPr>
            <p:ph type="dt" sz="half" idx="10"/>
          </p:nvPr>
        </p:nvSpPr>
        <p:spPr/>
        <p:txBody>
          <a:bodyPr/>
          <a:lstStyle/>
          <a:p>
            <a:fld id="{615DC437-A0DD-46F5-9201-CD90B91D6AA7}" type="datetime1">
              <a:rPr lang="en-GB" smtClean="0"/>
              <a:t>14/10/2019</a:t>
            </a:fld>
            <a:endParaRPr lang="en-GB"/>
          </a:p>
        </p:txBody>
      </p:sp>
      <p:sp>
        <p:nvSpPr>
          <p:cNvPr id="5" name="Slide Number Placeholder 4">
            <a:extLst>
              <a:ext uri="{FF2B5EF4-FFF2-40B4-BE49-F238E27FC236}">
                <a16:creationId xmlns:a16="http://schemas.microsoft.com/office/drawing/2014/main" id="{F0A7B0BC-408C-4DF6-845C-B2A6FA9A036A}"/>
              </a:ext>
            </a:extLst>
          </p:cNvPr>
          <p:cNvSpPr>
            <a:spLocks noGrp="1"/>
          </p:cNvSpPr>
          <p:nvPr>
            <p:ph type="sldNum" sz="quarter" idx="12"/>
          </p:nvPr>
        </p:nvSpPr>
        <p:spPr/>
        <p:txBody>
          <a:bodyPr/>
          <a:lstStyle/>
          <a:p>
            <a:fld id="{731D6CA2-A9CD-4971-ABC0-FCCACEAFD435}" type="slidenum">
              <a:rPr lang="en-GB" smtClean="0"/>
              <a:t>3</a:t>
            </a:fld>
            <a:endParaRPr lang="en-GB"/>
          </a:p>
        </p:txBody>
      </p:sp>
    </p:spTree>
    <p:extLst>
      <p:ext uri="{BB962C8B-B14F-4D97-AF65-F5344CB8AC3E}">
        <p14:creationId xmlns:p14="http://schemas.microsoft.com/office/powerpoint/2010/main" val="206716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E9E4B87-CD12-4191-B4A3-18AECE528F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10375" y="1232693"/>
            <a:ext cx="4991100" cy="3743325"/>
          </a:xfrm>
        </p:spPr>
      </p:pic>
      <p:sp>
        <p:nvSpPr>
          <p:cNvPr id="4" name="Date Placeholder 3">
            <a:extLst>
              <a:ext uri="{FF2B5EF4-FFF2-40B4-BE49-F238E27FC236}">
                <a16:creationId xmlns:a16="http://schemas.microsoft.com/office/drawing/2014/main" id="{0552EF68-8E94-4ACA-9538-BA0317A95C70}"/>
              </a:ext>
            </a:extLst>
          </p:cNvPr>
          <p:cNvSpPr>
            <a:spLocks noGrp="1"/>
          </p:cNvSpPr>
          <p:nvPr>
            <p:ph type="dt" sz="half" idx="10"/>
          </p:nvPr>
        </p:nvSpPr>
        <p:spPr/>
        <p:txBody>
          <a:bodyPr/>
          <a:lstStyle/>
          <a:p>
            <a:fld id="{615DC437-A0DD-46F5-9201-CD90B91D6AA7}" type="datetime1">
              <a:rPr lang="en-GB" smtClean="0"/>
              <a:t>14/10/2019</a:t>
            </a:fld>
            <a:endParaRPr lang="en-GB"/>
          </a:p>
        </p:txBody>
      </p:sp>
      <p:sp>
        <p:nvSpPr>
          <p:cNvPr id="5" name="Slide Number Placeholder 4">
            <a:extLst>
              <a:ext uri="{FF2B5EF4-FFF2-40B4-BE49-F238E27FC236}">
                <a16:creationId xmlns:a16="http://schemas.microsoft.com/office/drawing/2014/main" id="{7704498D-6B7B-4871-9122-64649C8A3D61}"/>
              </a:ext>
            </a:extLst>
          </p:cNvPr>
          <p:cNvSpPr>
            <a:spLocks noGrp="1"/>
          </p:cNvSpPr>
          <p:nvPr>
            <p:ph type="sldNum" sz="quarter" idx="12"/>
          </p:nvPr>
        </p:nvSpPr>
        <p:spPr/>
        <p:txBody>
          <a:bodyPr/>
          <a:lstStyle/>
          <a:p>
            <a:fld id="{731D6CA2-A9CD-4971-ABC0-FCCACEAFD435}" type="slidenum">
              <a:rPr lang="en-GB" smtClean="0"/>
              <a:t>4</a:t>
            </a:fld>
            <a:endParaRPr lang="en-GB"/>
          </a:p>
        </p:txBody>
      </p:sp>
      <p:sp>
        <p:nvSpPr>
          <p:cNvPr id="8" name="TextBox 7">
            <a:extLst>
              <a:ext uri="{FF2B5EF4-FFF2-40B4-BE49-F238E27FC236}">
                <a16:creationId xmlns:a16="http://schemas.microsoft.com/office/drawing/2014/main" id="{65D97F95-5176-45B3-8E54-F44FB697E476}"/>
              </a:ext>
            </a:extLst>
          </p:cNvPr>
          <p:cNvSpPr txBox="1"/>
          <p:nvPr/>
        </p:nvSpPr>
        <p:spPr>
          <a:xfrm>
            <a:off x="390525" y="1232693"/>
            <a:ext cx="5991225" cy="5416868"/>
          </a:xfrm>
          <a:prstGeom prst="rect">
            <a:avLst/>
          </a:prstGeom>
          <a:noFill/>
        </p:spPr>
        <p:txBody>
          <a:bodyPr wrap="square" rtlCol="0">
            <a:spAutoFit/>
          </a:bodyPr>
          <a:lstStyle/>
          <a:p>
            <a:pPr marL="285750" indent="-285750" algn="just">
              <a:buFont typeface="Arial" panose="020B0604020202020204" pitchFamily="34" charset="0"/>
              <a:buChar char="•"/>
            </a:pPr>
            <a:r>
              <a:rPr lang="it-IT" sz="2000" dirty="0" err="1"/>
              <a:t>You</a:t>
            </a:r>
            <a:r>
              <a:rPr lang="it-IT" sz="2000" dirty="0"/>
              <a:t> </a:t>
            </a:r>
            <a:r>
              <a:rPr lang="it-IT" sz="2000" dirty="0" err="1"/>
              <a:t>did</a:t>
            </a:r>
            <a:r>
              <a:rPr lang="it-IT" sz="2000" dirty="0"/>
              <a:t> some </a:t>
            </a:r>
            <a:r>
              <a:rPr lang="it-IT" sz="2000" dirty="0" err="1"/>
              <a:t>changes</a:t>
            </a:r>
            <a:r>
              <a:rPr lang="it-IT" sz="2000" dirty="0"/>
              <a:t> to </a:t>
            </a:r>
            <a:r>
              <a:rPr lang="it-IT" sz="2000" dirty="0" err="1"/>
              <a:t>your</a:t>
            </a:r>
            <a:r>
              <a:rPr lang="it-IT" sz="2000" dirty="0"/>
              <a:t> code to make </a:t>
            </a:r>
            <a:r>
              <a:rPr lang="it-IT" sz="2000" dirty="0" err="1"/>
              <a:t>it</a:t>
            </a:r>
            <a:r>
              <a:rPr lang="it-IT" sz="2000" dirty="0"/>
              <a:t> </a:t>
            </a:r>
            <a:r>
              <a:rPr lang="it-IT" sz="2000" dirty="0" err="1"/>
              <a:t>faster</a:t>
            </a:r>
            <a:r>
              <a:rPr lang="it-IT" sz="2000" dirty="0"/>
              <a:t> in the </a:t>
            </a:r>
            <a:r>
              <a:rPr lang="it-IT" sz="2000" dirty="0" err="1"/>
              <a:t>meanwhile</a:t>
            </a:r>
            <a:r>
              <a:rPr lang="it-IT" sz="2000" dirty="0"/>
              <a:t>, </a:t>
            </a:r>
            <a:r>
              <a:rPr lang="it-IT" sz="2000" dirty="0" err="1"/>
              <a:t>but</a:t>
            </a:r>
            <a:r>
              <a:rPr lang="it-IT" sz="2000" dirty="0"/>
              <a:t> </a:t>
            </a:r>
            <a:r>
              <a:rPr lang="it-IT" sz="2000" dirty="0" err="1"/>
              <a:t>kept</a:t>
            </a:r>
            <a:r>
              <a:rPr lang="it-IT" sz="2000" dirty="0"/>
              <a:t> for </a:t>
            </a:r>
            <a:r>
              <a:rPr lang="it-IT" sz="2000" dirty="0" err="1"/>
              <a:t>yourself</a:t>
            </a:r>
            <a:r>
              <a:rPr lang="it-IT" sz="2000" dirty="0"/>
              <a:t>.</a:t>
            </a:r>
          </a:p>
          <a:p>
            <a:pPr marL="285750" indent="-285750" algn="just">
              <a:buFont typeface="Arial" panose="020B0604020202020204" pitchFamily="34" charset="0"/>
              <a:buChar char="•"/>
            </a:pPr>
            <a:endParaRPr lang="it-IT" sz="2000" dirty="0"/>
          </a:p>
          <a:p>
            <a:pPr marL="285750" indent="-285750" algn="just">
              <a:buFont typeface="Arial" panose="020B0604020202020204" pitchFamily="34" charset="0"/>
              <a:buChar char="•"/>
            </a:pPr>
            <a:r>
              <a:rPr lang="it-IT" sz="2000" dirty="0" err="1"/>
              <a:t>You</a:t>
            </a:r>
            <a:r>
              <a:rPr lang="it-IT" sz="2000" dirty="0"/>
              <a:t> </a:t>
            </a:r>
            <a:r>
              <a:rPr lang="it-IT" sz="2000" dirty="0" err="1"/>
              <a:t>did</a:t>
            </a:r>
            <a:r>
              <a:rPr lang="it-IT" sz="2000" dirty="0"/>
              <a:t> </a:t>
            </a:r>
            <a:r>
              <a:rPr lang="it-IT" sz="2000" dirty="0" err="1"/>
              <a:t>bugfixes</a:t>
            </a:r>
            <a:r>
              <a:rPr lang="it-IT" sz="2000" dirty="0"/>
              <a:t> </a:t>
            </a:r>
            <a:r>
              <a:rPr lang="it-IT" sz="2000" dirty="0" err="1"/>
              <a:t>as</a:t>
            </a:r>
            <a:r>
              <a:rPr lang="it-IT" sz="2000" dirty="0"/>
              <a:t> </a:t>
            </a:r>
            <a:r>
              <a:rPr lang="it-IT" sz="2000" dirty="0" err="1"/>
              <a:t>well</a:t>
            </a:r>
            <a:endParaRPr lang="it-IT" sz="2000" dirty="0"/>
          </a:p>
          <a:p>
            <a:pPr marL="285750" indent="-285750" algn="just">
              <a:buFont typeface="Arial" panose="020B0604020202020204" pitchFamily="34" charset="0"/>
              <a:buChar char="•"/>
            </a:pPr>
            <a:endParaRPr lang="en-GB" sz="2000" dirty="0"/>
          </a:p>
          <a:p>
            <a:pPr marL="285750" indent="-285750" algn="just">
              <a:buFont typeface="Arial" panose="020B0604020202020204" pitchFamily="34" charset="0"/>
              <a:buChar char="•"/>
            </a:pPr>
            <a:r>
              <a:rPr lang="en-GB" sz="2000" dirty="0"/>
              <a:t>Somebody added new functions to the code because “it was so useful”!</a:t>
            </a:r>
          </a:p>
          <a:p>
            <a:pPr marL="285750" indent="-285750" algn="just">
              <a:buFont typeface="Arial" panose="020B0604020202020204" pitchFamily="34" charset="0"/>
              <a:buChar char="•"/>
            </a:pPr>
            <a:endParaRPr lang="en-GB" sz="2000" dirty="0"/>
          </a:p>
          <a:p>
            <a:pPr marL="285750" indent="-285750" algn="just">
              <a:buFont typeface="Arial" panose="020B0604020202020204" pitchFamily="34" charset="0"/>
              <a:buChar char="•"/>
            </a:pPr>
            <a:r>
              <a:rPr lang="en-GB" sz="2000" dirty="0"/>
              <a:t>Underlying libraries were significantly updated/new libraries took place of old ones. Initial results cannot be replicated anymore</a:t>
            </a:r>
          </a:p>
          <a:p>
            <a:pPr algn="just"/>
            <a:endParaRPr lang="en-GB" dirty="0"/>
          </a:p>
          <a:p>
            <a:pPr marL="285750" indent="-285750" algn="just">
              <a:buFont typeface="Arial" panose="020B0604020202020204" pitchFamily="34" charset="0"/>
              <a:buChar char="•"/>
            </a:pPr>
            <a:endParaRPr lang="en-GB" dirty="0"/>
          </a:p>
          <a:p>
            <a:pPr algn="just"/>
            <a:r>
              <a:rPr lang="en-GB" sz="3600" b="1" dirty="0"/>
              <a:t>You still need to keep track of all this!</a:t>
            </a:r>
          </a:p>
          <a:p>
            <a:pPr marL="285750" indent="-285750">
              <a:buFont typeface="Arial" panose="020B0604020202020204" pitchFamily="34" charset="0"/>
              <a:buChar char="•"/>
            </a:pPr>
            <a:endParaRPr lang="it-IT" dirty="0"/>
          </a:p>
        </p:txBody>
      </p:sp>
      <p:sp>
        <p:nvSpPr>
          <p:cNvPr id="9" name="TextBox 8">
            <a:extLst>
              <a:ext uri="{FF2B5EF4-FFF2-40B4-BE49-F238E27FC236}">
                <a16:creationId xmlns:a16="http://schemas.microsoft.com/office/drawing/2014/main" id="{0294626A-AECC-4074-A8C1-46B9D85707B9}"/>
              </a:ext>
            </a:extLst>
          </p:cNvPr>
          <p:cNvSpPr txBox="1"/>
          <p:nvPr/>
        </p:nvSpPr>
        <p:spPr>
          <a:xfrm>
            <a:off x="6810375" y="5162550"/>
            <a:ext cx="4991100" cy="369332"/>
          </a:xfrm>
          <a:prstGeom prst="rect">
            <a:avLst/>
          </a:prstGeom>
          <a:noFill/>
        </p:spPr>
        <p:txBody>
          <a:bodyPr wrap="square" rtlCol="0">
            <a:spAutoFit/>
          </a:bodyPr>
          <a:lstStyle/>
          <a:p>
            <a:pPr algn="ctr"/>
            <a:r>
              <a:rPr lang="it-IT" i="1" dirty="0"/>
              <a:t>Yeah, good </a:t>
            </a:r>
            <a:r>
              <a:rPr lang="it-IT" i="1" dirty="0" err="1"/>
              <a:t>luck</a:t>
            </a:r>
            <a:r>
              <a:rPr lang="it-IT" i="1" dirty="0"/>
              <a:t> with </a:t>
            </a:r>
            <a:r>
              <a:rPr lang="it-IT" i="1" dirty="0" err="1"/>
              <a:t>that</a:t>
            </a:r>
            <a:endParaRPr lang="en-GB" i="1" dirty="0"/>
          </a:p>
        </p:txBody>
      </p:sp>
    </p:spTree>
    <p:extLst>
      <p:ext uri="{BB962C8B-B14F-4D97-AF65-F5344CB8AC3E}">
        <p14:creationId xmlns:p14="http://schemas.microsoft.com/office/powerpoint/2010/main" val="3196766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7BFB2-E8B8-4891-857C-7B36A024BC7A}"/>
              </a:ext>
            </a:extLst>
          </p:cNvPr>
          <p:cNvSpPr>
            <a:spLocks noGrp="1"/>
          </p:cNvSpPr>
          <p:nvPr>
            <p:ph type="title"/>
          </p:nvPr>
        </p:nvSpPr>
        <p:spPr>
          <a:xfrm>
            <a:off x="1205995" y="393700"/>
            <a:ext cx="10147805" cy="1224755"/>
          </a:xfrm>
        </p:spPr>
        <p:txBody>
          <a:bodyPr>
            <a:normAutofit fontScale="90000"/>
          </a:bodyPr>
          <a:lstStyle/>
          <a:p>
            <a:pPr algn="ctr"/>
            <a:r>
              <a:rPr lang="it-IT" b="1" dirty="0"/>
              <a:t>Fighting </a:t>
            </a:r>
            <a:r>
              <a:rPr lang="it-IT" b="1" dirty="0" err="1"/>
              <a:t>against</a:t>
            </a:r>
            <a:r>
              <a:rPr lang="it-IT" b="1" dirty="0"/>
              <a:t> </a:t>
            </a:r>
            <a:r>
              <a:rPr lang="it-IT" b="1" dirty="0" err="1"/>
              <a:t>yourself</a:t>
            </a:r>
            <a:r>
              <a:rPr lang="it-IT" b="1" dirty="0"/>
              <a:t>: The </a:t>
            </a:r>
            <a:r>
              <a:rPr lang="it-IT" b="1" dirty="0" err="1"/>
              <a:t>virtue</a:t>
            </a:r>
            <a:r>
              <a:rPr lang="it-IT" b="1" dirty="0"/>
              <a:t> of </a:t>
            </a:r>
            <a:r>
              <a:rPr lang="it-IT" b="1" dirty="0" err="1"/>
              <a:t>ignorance</a:t>
            </a:r>
            <a:endParaRPr lang="en-GB" b="1" dirty="0"/>
          </a:p>
        </p:txBody>
      </p:sp>
      <p:pic>
        <p:nvPicPr>
          <p:cNvPr id="7" name="Content Placeholder 6">
            <a:extLst>
              <a:ext uri="{FF2B5EF4-FFF2-40B4-BE49-F238E27FC236}">
                <a16:creationId xmlns:a16="http://schemas.microsoft.com/office/drawing/2014/main" id="{C3865208-DEDE-4774-9545-0F7A25B312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05995" y="2149077"/>
            <a:ext cx="10027227" cy="3676650"/>
          </a:xfrm>
        </p:spPr>
      </p:pic>
      <p:sp>
        <p:nvSpPr>
          <p:cNvPr id="4" name="Date Placeholder 3">
            <a:extLst>
              <a:ext uri="{FF2B5EF4-FFF2-40B4-BE49-F238E27FC236}">
                <a16:creationId xmlns:a16="http://schemas.microsoft.com/office/drawing/2014/main" id="{6131AD8F-EE67-408F-AA6A-05D1A28FDED8}"/>
              </a:ext>
            </a:extLst>
          </p:cNvPr>
          <p:cNvSpPr>
            <a:spLocks noGrp="1"/>
          </p:cNvSpPr>
          <p:nvPr>
            <p:ph type="dt" sz="half" idx="10"/>
          </p:nvPr>
        </p:nvSpPr>
        <p:spPr/>
        <p:txBody>
          <a:bodyPr/>
          <a:lstStyle/>
          <a:p>
            <a:fld id="{615DC437-A0DD-46F5-9201-CD90B91D6AA7}" type="datetime1">
              <a:rPr lang="en-GB" smtClean="0"/>
              <a:t>13/10/2019</a:t>
            </a:fld>
            <a:endParaRPr lang="en-GB"/>
          </a:p>
        </p:txBody>
      </p:sp>
      <p:sp>
        <p:nvSpPr>
          <p:cNvPr id="5" name="Slide Number Placeholder 4">
            <a:extLst>
              <a:ext uri="{FF2B5EF4-FFF2-40B4-BE49-F238E27FC236}">
                <a16:creationId xmlns:a16="http://schemas.microsoft.com/office/drawing/2014/main" id="{8DBA57FF-882F-4385-8B98-10D777D04910}"/>
              </a:ext>
            </a:extLst>
          </p:cNvPr>
          <p:cNvSpPr>
            <a:spLocks noGrp="1"/>
          </p:cNvSpPr>
          <p:nvPr>
            <p:ph type="sldNum" sz="quarter" idx="12"/>
          </p:nvPr>
        </p:nvSpPr>
        <p:spPr/>
        <p:txBody>
          <a:bodyPr/>
          <a:lstStyle/>
          <a:p>
            <a:fld id="{731D6CA2-A9CD-4971-ABC0-FCCACEAFD435}" type="slidenum">
              <a:rPr lang="en-GB" smtClean="0"/>
              <a:t>5</a:t>
            </a:fld>
            <a:endParaRPr lang="en-GB"/>
          </a:p>
        </p:txBody>
      </p:sp>
    </p:spTree>
    <p:extLst>
      <p:ext uri="{BB962C8B-B14F-4D97-AF65-F5344CB8AC3E}">
        <p14:creationId xmlns:p14="http://schemas.microsoft.com/office/powerpoint/2010/main" val="885556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F2BAF-D5F2-42A9-BC5C-B589B5B25256}"/>
              </a:ext>
            </a:extLst>
          </p:cNvPr>
          <p:cNvSpPr>
            <a:spLocks noGrp="1"/>
          </p:cNvSpPr>
          <p:nvPr>
            <p:ph type="title"/>
          </p:nvPr>
        </p:nvSpPr>
        <p:spPr/>
        <p:txBody>
          <a:bodyPr/>
          <a:lstStyle/>
          <a:p>
            <a:pPr algn="ctr"/>
            <a:r>
              <a:rPr lang="it-IT" dirty="0" err="1"/>
              <a:t>Why</a:t>
            </a:r>
            <a:r>
              <a:rPr lang="it-IT" dirty="0"/>
              <a:t> use Version Control?</a:t>
            </a:r>
            <a:br>
              <a:rPr lang="it-IT" dirty="0"/>
            </a:br>
            <a:r>
              <a:rPr lang="it-IT" dirty="0"/>
              <a:t>(and </a:t>
            </a:r>
            <a:r>
              <a:rPr lang="it-IT" dirty="0" err="1"/>
              <a:t>why</a:t>
            </a:r>
            <a:r>
              <a:rPr lang="it-IT" dirty="0"/>
              <a:t> </a:t>
            </a:r>
            <a:r>
              <a:rPr lang="it-IT" dirty="0" err="1"/>
              <a:t>should</a:t>
            </a:r>
            <a:r>
              <a:rPr lang="it-IT" dirty="0"/>
              <a:t> I care?)</a:t>
            </a:r>
            <a:endParaRPr lang="en-GB" dirty="0"/>
          </a:p>
        </p:txBody>
      </p:sp>
      <p:sp>
        <p:nvSpPr>
          <p:cNvPr id="3" name="Content Placeholder 2">
            <a:extLst>
              <a:ext uri="{FF2B5EF4-FFF2-40B4-BE49-F238E27FC236}">
                <a16:creationId xmlns:a16="http://schemas.microsoft.com/office/drawing/2014/main" id="{1AC4D460-5C5A-48EA-ACAE-1AD2C097FD29}"/>
              </a:ext>
            </a:extLst>
          </p:cNvPr>
          <p:cNvSpPr>
            <a:spLocks noGrp="1"/>
          </p:cNvSpPr>
          <p:nvPr>
            <p:ph idx="1"/>
          </p:nvPr>
        </p:nvSpPr>
        <p:spPr>
          <a:xfrm>
            <a:off x="390525" y="1821657"/>
            <a:ext cx="4998720" cy="4350543"/>
          </a:xfrm>
        </p:spPr>
        <p:txBody>
          <a:bodyPr>
            <a:normAutofit lnSpcReduction="10000"/>
          </a:bodyPr>
          <a:lstStyle/>
          <a:p>
            <a:pPr marL="0" indent="0" algn="ctr">
              <a:buNone/>
            </a:pPr>
            <a:r>
              <a:rPr lang="it-IT" sz="3900" b="1" dirty="0" err="1">
                <a:solidFill>
                  <a:srgbClr val="00B050"/>
                </a:solidFill>
              </a:rPr>
              <a:t>Pros</a:t>
            </a:r>
            <a:endParaRPr lang="it-IT" b="1" dirty="0"/>
          </a:p>
          <a:p>
            <a:r>
              <a:rPr lang="it-IT" b="1" dirty="0" err="1"/>
              <a:t>Collaborations</a:t>
            </a:r>
            <a:r>
              <a:rPr lang="it-IT" b="1" dirty="0"/>
              <a:t> made </a:t>
            </a:r>
            <a:r>
              <a:rPr lang="it-IT" b="1"/>
              <a:t>easier</a:t>
            </a:r>
            <a:endParaRPr lang="it-IT" b="1" dirty="0"/>
          </a:p>
          <a:p>
            <a:r>
              <a:rPr lang="it-IT" b="1" dirty="0" err="1"/>
              <a:t>Useful</a:t>
            </a:r>
            <a:r>
              <a:rPr lang="it-IT" b="1" dirty="0"/>
              <a:t> Track Record of </a:t>
            </a:r>
            <a:r>
              <a:rPr lang="it-IT" b="1" dirty="0" err="1"/>
              <a:t>all</a:t>
            </a:r>
            <a:r>
              <a:rPr lang="it-IT" b="1" dirty="0"/>
              <a:t> </a:t>
            </a:r>
            <a:r>
              <a:rPr lang="it-IT" b="1" dirty="0" err="1"/>
              <a:t>chanes</a:t>
            </a:r>
            <a:endParaRPr lang="it-IT" b="1" dirty="0"/>
          </a:p>
          <a:p>
            <a:r>
              <a:rPr lang="it-IT" dirty="0"/>
              <a:t>Free Backup</a:t>
            </a:r>
          </a:p>
          <a:p>
            <a:r>
              <a:rPr lang="it-IT" dirty="0" err="1"/>
              <a:t>Allows</a:t>
            </a:r>
            <a:r>
              <a:rPr lang="it-IT" dirty="0"/>
              <a:t> </a:t>
            </a:r>
            <a:r>
              <a:rPr lang="it-IT" dirty="0" err="1"/>
              <a:t>Parallel</a:t>
            </a:r>
            <a:r>
              <a:rPr lang="it-IT" dirty="0"/>
              <a:t> updates </a:t>
            </a:r>
            <a:r>
              <a:rPr lang="it-IT" dirty="0" err="1"/>
              <a:t>without</a:t>
            </a:r>
            <a:r>
              <a:rPr lang="it-IT" dirty="0"/>
              <a:t> «breaking» the tools</a:t>
            </a:r>
          </a:p>
          <a:p>
            <a:r>
              <a:rPr lang="en-GB" dirty="0"/>
              <a:t>can be used for everything “text based” (</a:t>
            </a:r>
            <a:r>
              <a:rPr lang="en-GB" dirty="0" err="1"/>
              <a:t>LateX</a:t>
            </a:r>
            <a:r>
              <a:rPr lang="en-GB" dirty="0"/>
              <a:t> docs, lab notes, these slides!)</a:t>
            </a:r>
          </a:p>
        </p:txBody>
      </p:sp>
      <p:sp>
        <p:nvSpPr>
          <p:cNvPr id="4" name="Date Placeholder 3">
            <a:extLst>
              <a:ext uri="{FF2B5EF4-FFF2-40B4-BE49-F238E27FC236}">
                <a16:creationId xmlns:a16="http://schemas.microsoft.com/office/drawing/2014/main" id="{8A431429-7AC7-40FD-82E0-C1C14403CBED}"/>
              </a:ext>
            </a:extLst>
          </p:cNvPr>
          <p:cNvSpPr>
            <a:spLocks noGrp="1"/>
          </p:cNvSpPr>
          <p:nvPr>
            <p:ph type="dt" sz="half" idx="10"/>
          </p:nvPr>
        </p:nvSpPr>
        <p:spPr/>
        <p:txBody>
          <a:bodyPr/>
          <a:lstStyle/>
          <a:p>
            <a:fld id="{FB919407-F11E-4F5E-8EF6-A326A62122D4}" type="datetime1">
              <a:rPr lang="en-GB" smtClean="0"/>
              <a:t>13/10/2019</a:t>
            </a:fld>
            <a:endParaRPr lang="en-GB"/>
          </a:p>
        </p:txBody>
      </p:sp>
      <p:sp>
        <p:nvSpPr>
          <p:cNvPr id="5" name="Slide Number Placeholder 4">
            <a:extLst>
              <a:ext uri="{FF2B5EF4-FFF2-40B4-BE49-F238E27FC236}">
                <a16:creationId xmlns:a16="http://schemas.microsoft.com/office/drawing/2014/main" id="{BE8AE868-FDCC-49D6-8233-E494C610FA04}"/>
              </a:ext>
            </a:extLst>
          </p:cNvPr>
          <p:cNvSpPr>
            <a:spLocks noGrp="1"/>
          </p:cNvSpPr>
          <p:nvPr>
            <p:ph type="sldNum" sz="quarter" idx="12"/>
          </p:nvPr>
        </p:nvSpPr>
        <p:spPr/>
        <p:txBody>
          <a:bodyPr/>
          <a:lstStyle/>
          <a:p>
            <a:fld id="{731D6CA2-A9CD-4971-ABC0-FCCACEAFD435}" type="slidenum">
              <a:rPr lang="en-GB" smtClean="0"/>
              <a:t>6</a:t>
            </a:fld>
            <a:endParaRPr lang="en-GB"/>
          </a:p>
        </p:txBody>
      </p:sp>
      <p:sp>
        <p:nvSpPr>
          <p:cNvPr id="6" name="TextBox 5">
            <a:extLst>
              <a:ext uri="{FF2B5EF4-FFF2-40B4-BE49-F238E27FC236}">
                <a16:creationId xmlns:a16="http://schemas.microsoft.com/office/drawing/2014/main" id="{CABA06C7-BBCF-41D4-8AF9-29BEC8328540}"/>
              </a:ext>
            </a:extLst>
          </p:cNvPr>
          <p:cNvSpPr txBox="1"/>
          <p:nvPr/>
        </p:nvSpPr>
        <p:spPr>
          <a:xfrm>
            <a:off x="6457950" y="2798654"/>
            <a:ext cx="5438775" cy="2677656"/>
          </a:xfrm>
          <a:prstGeom prst="rect">
            <a:avLst/>
          </a:prstGeom>
          <a:noFill/>
        </p:spPr>
        <p:txBody>
          <a:bodyPr wrap="square" rtlCol="0">
            <a:spAutoFit/>
          </a:bodyPr>
          <a:lstStyle/>
          <a:p>
            <a:pPr algn="ctr"/>
            <a:r>
              <a:rPr lang="it-IT" sz="2800" b="1" dirty="0">
                <a:solidFill>
                  <a:srgbClr val="FF0000"/>
                </a:solidFill>
              </a:rPr>
              <a:t>Cons</a:t>
            </a:r>
            <a:endParaRPr lang="it-IT" sz="2800" dirty="0"/>
          </a:p>
          <a:p>
            <a:pPr marL="285750" indent="-285750">
              <a:buFont typeface="Arial" panose="020B0604020202020204" pitchFamily="34" charset="0"/>
              <a:buChar char="•"/>
            </a:pPr>
            <a:r>
              <a:rPr lang="it-IT" sz="2800" dirty="0" err="1"/>
              <a:t>Steep</a:t>
            </a:r>
            <a:r>
              <a:rPr lang="it-IT" sz="2800" dirty="0"/>
              <a:t> Learning Curve</a:t>
            </a:r>
          </a:p>
          <a:p>
            <a:pPr marL="285750" indent="-285750">
              <a:buFont typeface="Arial" panose="020B0604020202020204" pitchFamily="34" charset="0"/>
              <a:buChar char="•"/>
            </a:pPr>
            <a:r>
              <a:rPr lang="it-IT" sz="2800" dirty="0" err="1"/>
              <a:t>Not</a:t>
            </a:r>
            <a:r>
              <a:rPr lang="it-IT" sz="2800" dirty="0"/>
              <a:t> </a:t>
            </a:r>
            <a:r>
              <a:rPr lang="it-IT" sz="2800" dirty="0" err="1"/>
              <a:t>suitable</a:t>
            </a:r>
            <a:r>
              <a:rPr lang="it-IT" sz="2800" dirty="0"/>
              <a:t> for </a:t>
            </a:r>
            <a:r>
              <a:rPr lang="it-IT" sz="2800" dirty="0" err="1"/>
              <a:t>all</a:t>
            </a:r>
            <a:r>
              <a:rPr lang="it-IT" sz="2800" dirty="0"/>
              <a:t> workflows!</a:t>
            </a:r>
          </a:p>
          <a:p>
            <a:pPr marL="285750" indent="-285750">
              <a:buFont typeface="Arial" panose="020B0604020202020204" pitchFamily="34" charset="0"/>
              <a:buChar char="•"/>
            </a:pPr>
            <a:r>
              <a:rPr lang="it-IT" sz="2800" dirty="0"/>
              <a:t>VC </a:t>
            </a:r>
            <a:r>
              <a:rPr lang="it-IT" sz="2800" dirty="0" err="1"/>
              <a:t>philosophy</a:t>
            </a:r>
            <a:r>
              <a:rPr lang="it-IT" sz="2800" dirty="0"/>
              <a:t> </a:t>
            </a:r>
            <a:r>
              <a:rPr lang="it-IT" sz="2800" dirty="0" err="1"/>
              <a:t>does</a:t>
            </a:r>
            <a:r>
              <a:rPr lang="it-IT" sz="2800" dirty="0"/>
              <a:t> </a:t>
            </a:r>
            <a:r>
              <a:rPr lang="it-IT" sz="2800" dirty="0" err="1"/>
              <a:t>not</a:t>
            </a:r>
            <a:r>
              <a:rPr lang="it-IT" sz="2800" dirty="0"/>
              <a:t> </a:t>
            </a:r>
            <a:r>
              <a:rPr lang="it-IT" sz="2800" dirty="0" err="1"/>
              <a:t>fit</a:t>
            </a:r>
            <a:r>
              <a:rPr lang="it-IT" sz="2800" dirty="0"/>
              <a:t> </a:t>
            </a:r>
            <a:r>
              <a:rPr lang="it-IT" sz="2800" dirty="0" err="1"/>
              <a:t>well</a:t>
            </a:r>
            <a:r>
              <a:rPr lang="it-IT" sz="2800" dirty="0"/>
              <a:t> with </a:t>
            </a:r>
            <a:r>
              <a:rPr lang="it-IT" sz="2800" dirty="0" err="1"/>
              <a:t>other</a:t>
            </a:r>
            <a:r>
              <a:rPr lang="it-IT" sz="2800" dirty="0"/>
              <a:t>, </a:t>
            </a:r>
            <a:r>
              <a:rPr lang="it-IT" sz="2800" b="1" dirty="0" err="1"/>
              <a:t>despicable</a:t>
            </a:r>
            <a:r>
              <a:rPr lang="it-IT" sz="2800" dirty="0"/>
              <a:t>, tools </a:t>
            </a:r>
            <a:br>
              <a:rPr lang="it-IT" sz="2800" dirty="0"/>
            </a:br>
            <a:r>
              <a:rPr lang="it-IT" sz="2800" dirty="0"/>
              <a:t>(</a:t>
            </a:r>
            <a:r>
              <a:rPr lang="it-IT" sz="2800" dirty="0">
                <a:hlinkClick r:id="rId2"/>
              </a:rPr>
              <a:t>Yes, </a:t>
            </a:r>
            <a:r>
              <a:rPr lang="it-IT" sz="2800" dirty="0" err="1">
                <a:hlinkClick r:id="rId2"/>
              </a:rPr>
              <a:t>I’m</a:t>
            </a:r>
            <a:r>
              <a:rPr lang="it-IT" sz="2800" dirty="0">
                <a:hlinkClick r:id="rId2"/>
              </a:rPr>
              <a:t> </a:t>
            </a:r>
            <a:r>
              <a:rPr lang="it-IT" sz="2800" dirty="0" err="1">
                <a:hlinkClick r:id="rId2"/>
              </a:rPr>
              <a:t>talking</a:t>
            </a:r>
            <a:r>
              <a:rPr lang="it-IT" sz="2800" dirty="0">
                <a:hlinkClick r:id="rId2"/>
              </a:rPr>
              <a:t> to </a:t>
            </a:r>
            <a:r>
              <a:rPr lang="it-IT" sz="2800" dirty="0" err="1">
                <a:hlinkClick r:id="rId2"/>
              </a:rPr>
              <a:t>you</a:t>
            </a:r>
            <a:r>
              <a:rPr lang="it-IT" sz="2800" dirty="0">
                <a:hlinkClick r:id="rId2"/>
              </a:rPr>
              <a:t> </a:t>
            </a:r>
            <a:r>
              <a:rPr lang="it-IT" sz="2800" dirty="0" err="1">
                <a:hlinkClick r:id="rId2"/>
              </a:rPr>
              <a:t>Jupyter</a:t>
            </a:r>
            <a:r>
              <a:rPr lang="it-IT" sz="2800" dirty="0"/>
              <a:t>)</a:t>
            </a:r>
            <a:endParaRPr lang="en-GB" sz="2800" dirty="0"/>
          </a:p>
        </p:txBody>
      </p:sp>
    </p:spTree>
    <p:extLst>
      <p:ext uri="{BB962C8B-B14F-4D97-AF65-F5344CB8AC3E}">
        <p14:creationId xmlns:p14="http://schemas.microsoft.com/office/powerpoint/2010/main" val="347638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737F3-8B6C-4AC2-805D-6722443CC54F}"/>
              </a:ext>
            </a:extLst>
          </p:cNvPr>
          <p:cNvSpPr>
            <a:spLocks noGrp="1"/>
          </p:cNvSpPr>
          <p:nvPr>
            <p:ph type="title"/>
          </p:nvPr>
        </p:nvSpPr>
        <p:spPr>
          <a:xfrm>
            <a:off x="933449" y="136525"/>
            <a:ext cx="10325100" cy="925521"/>
          </a:xfrm>
        </p:spPr>
        <p:txBody>
          <a:bodyPr/>
          <a:lstStyle/>
          <a:p>
            <a:pPr algn="ctr"/>
            <a:r>
              <a:rPr lang="it-IT" dirty="0"/>
              <a:t>Version Control Systems and </a:t>
            </a:r>
            <a:r>
              <a:rPr lang="it-IT" dirty="0" err="1"/>
              <a:t>Platforms</a:t>
            </a:r>
            <a:endParaRPr lang="en-GB" dirty="0"/>
          </a:p>
        </p:txBody>
      </p:sp>
      <p:sp>
        <p:nvSpPr>
          <p:cNvPr id="4" name="Date Placeholder 3">
            <a:extLst>
              <a:ext uri="{FF2B5EF4-FFF2-40B4-BE49-F238E27FC236}">
                <a16:creationId xmlns:a16="http://schemas.microsoft.com/office/drawing/2014/main" id="{44A1A324-BAE2-41FE-AB34-0BE46F880190}"/>
              </a:ext>
            </a:extLst>
          </p:cNvPr>
          <p:cNvSpPr>
            <a:spLocks noGrp="1"/>
          </p:cNvSpPr>
          <p:nvPr>
            <p:ph type="dt" sz="half" idx="10"/>
          </p:nvPr>
        </p:nvSpPr>
        <p:spPr/>
        <p:txBody>
          <a:bodyPr/>
          <a:lstStyle/>
          <a:p>
            <a:fld id="{EDBEBD05-7164-4495-8D85-FE2F16D5C1E6}" type="datetime1">
              <a:rPr lang="en-GB" smtClean="0"/>
              <a:t>13/10/2019</a:t>
            </a:fld>
            <a:endParaRPr lang="en-GB"/>
          </a:p>
        </p:txBody>
      </p:sp>
      <p:sp>
        <p:nvSpPr>
          <p:cNvPr id="5" name="Slide Number Placeholder 4">
            <a:extLst>
              <a:ext uri="{FF2B5EF4-FFF2-40B4-BE49-F238E27FC236}">
                <a16:creationId xmlns:a16="http://schemas.microsoft.com/office/drawing/2014/main" id="{A79D9C31-3034-4DCC-BE97-7C910190C329}"/>
              </a:ext>
            </a:extLst>
          </p:cNvPr>
          <p:cNvSpPr>
            <a:spLocks noGrp="1"/>
          </p:cNvSpPr>
          <p:nvPr>
            <p:ph type="sldNum" sz="quarter" idx="12"/>
          </p:nvPr>
        </p:nvSpPr>
        <p:spPr>
          <a:xfrm>
            <a:off x="9062287" y="5568941"/>
            <a:ext cx="2743200" cy="365125"/>
          </a:xfrm>
        </p:spPr>
        <p:txBody>
          <a:bodyPr/>
          <a:lstStyle/>
          <a:p>
            <a:fld id="{731D6CA2-A9CD-4971-ABC0-FCCACEAFD435}" type="slidenum">
              <a:rPr lang="en-GB" smtClean="0"/>
              <a:t>7</a:t>
            </a:fld>
            <a:endParaRPr lang="en-GB"/>
          </a:p>
        </p:txBody>
      </p:sp>
      <p:pic>
        <p:nvPicPr>
          <p:cNvPr id="9" name="Picture 8">
            <a:extLst>
              <a:ext uri="{FF2B5EF4-FFF2-40B4-BE49-F238E27FC236}">
                <a16:creationId xmlns:a16="http://schemas.microsoft.com/office/drawing/2014/main" id="{6DB3890F-DFA1-40F2-B3D2-709DE86E16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324" y="599285"/>
            <a:ext cx="720250" cy="925521"/>
          </a:xfrm>
          <a:prstGeom prst="rect">
            <a:avLst/>
          </a:prstGeom>
        </p:spPr>
      </p:pic>
      <p:pic>
        <p:nvPicPr>
          <p:cNvPr id="11" name="Picture 10">
            <a:extLst>
              <a:ext uri="{FF2B5EF4-FFF2-40B4-BE49-F238E27FC236}">
                <a16:creationId xmlns:a16="http://schemas.microsoft.com/office/drawing/2014/main" id="{AC80AFFB-540D-41B1-B03A-B93228C876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6511" y="1662802"/>
            <a:ext cx="11418975" cy="3139660"/>
          </a:xfrm>
          <a:prstGeom prst="rect">
            <a:avLst/>
          </a:prstGeom>
        </p:spPr>
      </p:pic>
      <p:pic>
        <p:nvPicPr>
          <p:cNvPr id="16" name="Content Placeholder 15">
            <a:extLst>
              <a:ext uri="{FF2B5EF4-FFF2-40B4-BE49-F238E27FC236}">
                <a16:creationId xmlns:a16="http://schemas.microsoft.com/office/drawing/2014/main" id="{6AF1F712-E797-4175-9865-2D4BE51272F7}"/>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9557453" y="4802462"/>
            <a:ext cx="2248033" cy="834231"/>
          </a:xfrm>
        </p:spPr>
      </p:pic>
    </p:spTree>
    <p:extLst>
      <p:ext uri="{BB962C8B-B14F-4D97-AF65-F5344CB8AC3E}">
        <p14:creationId xmlns:p14="http://schemas.microsoft.com/office/powerpoint/2010/main" val="2197214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26ADC40-9E05-4FB1-BFF0-F3CF2DC47CD0}"/>
              </a:ext>
            </a:extLst>
          </p:cNvPr>
          <p:cNvSpPr>
            <a:spLocks noGrp="1"/>
          </p:cNvSpPr>
          <p:nvPr>
            <p:ph type="dt" sz="half" idx="10"/>
          </p:nvPr>
        </p:nvSpPr>
        <p:spPr/>
        <p:txBody>
          <a:bodyPr/>
          <a:lstStyle/>
          <a:p>
            <a:fld id="{D1A79C79-FE9D-415A-877D-3694EBB107F8}" type="datetime1">
              <a:rPr lang="en-GB" smtClean="0"/>
              <a:t>13/10/2019</a:t>
            </a:fld>
            <a:endParaRPr lang="en-GB"/>
          </a:p>
        </p:txBody>
      </p:sp>
      <p:sp>
        <p:nvSpPr>
          <p:cNvPr id="5" name="Slide Number Placeholder 4">
            <a:extLst>
              <a:ext uri="{FF2B5EF4-FFF2-40B4-BE49-F238E27FC236}">
                <a16:creationId xmlns:a16="http://schemas.microsoft.com/office/drawing/2014/main" id="{5DBA1473-E1F6-417C-A3D5-9C6BCA658E74}"/>
              </a:ext>
            </a:extLst>
          </p:cNvPr>
          <p:cNvSpPr>
            <a:spLocks noGrp="1"/>
          </p:cNvSpPr>
          <p:nvPr>
            <p:ph type="sldNum" sz="quarter" idx="12"/>
          </p:nvPr>
        </p:nvSpPr>
        <p:spPr/>
        <p:txBody>
          <a:bodyPr/>
          <a:lstStyle/>
          <a:p>
            <a:fld id="{731D6CA2-A9CD-4971-ABC0-FCCACEAFD435}" type="slidenum">
              <a:rPr lang="en-GB" smtClean="0"/>
              <a:t>8</a:t>
            </a:fld>
            <a:endParaRPr lang="en-GB" dirty="0"/>
          </a:p>
        </p:txBody>
      </p:sp>
      <p:pic>
        <p:nvPicPr>
          <p:cNvPr id="11" name="Content Placeholder 10">
            <a:extLst>
              <a:ext uri="{FF2B5EF4-FFF2-40B4-BE49-F238E27FC236}">
                <a16:creationId xmlns:a16="http://schemas.microsoft.com/office/drawing/2014/main" id="{CBEF45E4-08F7-4FBE-AA4F-922B3BF55F48}"/>
              </a:ext>
            </a:extLst>
          </p:cNvPr>
          <p:cNvPicPr>
            <a:picLocks noGrp="1" noChangeAspect="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74185" y="611873"/>
            <a:ext cx="9779615" cy="5927039"/>
          </a:xfrm>
        </p:spPr>
      </p:pic>
    </p:spTree>
    <p:extLst>
      <p:ext uri="{BB962C8B-B14F-4D97-AF65-F5344CB8AC3E}">
        <p14:creationId xmlns:p14="http://schemas.microsoft.com/office/powerpoint/2010/main" val="2140052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D1527-E7D2-4EEE-8D93-989EB2EC3FA9}"/>
              </a:ext>
            </a:extLst>
          </p:cNvPr>
          <p:cNvSpPr>
            <a:spLocks noGrp="1"/>
          </p:cNvSpPr>
          <p:nvPr>
            <p:ph type="title"/>
          </p:nvPr>
        </p:nvSpPr>
        <p:spPr>
          <a:xfrm>
            <a:off x="4686893" y="0"/>
            <a:ext cx="4128912" cy="1367706"/>
          </a:xfrm>
        </p:spPr>
        <p:txBody>
          <a:bodyPr/>
          <a:lstStyle/>
          <a:p>
            <a:r>
              <a:rPr lang="it-IT" dirty="0" err="1"/>
              <a:t>Git</a:t>
            </a:r>
            <a:r>
              <a:rPr lang="it-IT" dirty="0"/>
              <a:t> Workflow</a:t>
            </a:r>
            <a:endParaRPr lang="en-GB" dirty="0"/>
          </a:p>
        </p:txBody>
      </p:sp>
      <p:sp>
        <p:nvSpPr>
          <p:cNvPr id="4" name="Date Placeholder 3">
            <a:extLst>
              <a:ext uri="{FF2B5EF4-FFF2-40B4-BE49-F238E27FC236}">
                <a16:creationId xmlns:a16="http://schemas.microsoft.com/office/drawing/2014/main" id="{F6B65E51-A24B-4527-A507-F8D2D12A8B0B}"/>
              </a:ext>
            </a:extLst>
          </p:cNvPr>
          <p:cNvSpPr>
            <a:spLocks noGrp="1"/>
          </p:cNvSpPr>
          <p:nvPr>
            <p:ph type="dt" sz="half" idx="10"/>
          </p:nvPr>
        </p:nvSpPr>
        <p:spPr/>
        <p:txBody>
          <a:bodyPr/>
          <a:lstStyle/>
          <a:p>
            <a:fld id="{615DC437-A0DD-46F5-9201-CD90B91D6AA7}" type="datetime1">
              <a:rPr lang="en-GB" smtClean="0"/>
              <a:t>13/10/2019</a:t>
            </a:fld>
            <a:endParaRPr lang="en-GB"/>
          </a:p>
        </p:txBody>
      </p:sp>
      <p:sp>
        <p:nvSpPr>
          <p:cNvPr id="5" name="Slide Number Placeholder 4">
            <a:extLst>
              <a:ext uri="{FF2B5EF4-FFF2-40B4-BE49-F238E27FC236}">
                <a16:creationId xmlns:a16="http://schemas.microsoft.com/office/drawing/2014/main" id="{62414976-3F97-44FA-A87E-70C240E5B73A}"/>
              </a:ext>
            </a:extLst>
          </p:cNvPr>
          <p:cNvSpPr>
            <a:spLocks noGrp="1"/>
          </p:cNvSpPr>
          <p:nvPr>
            <p:ph type="sldNum" sz="quarter" idx="12"/>
          </p:nvPr>
        </p:nvSpPr>
        <p:spPr/>
        <p:txBody>
          <a:bodyPr/>
          <a:lstStyle/>
          <a:p>
            <a:fld id="{731D6CA2-A9CD-4971-ABC0-FCCACEAFD435}" type="slidenum">
              <a:rPr lang="en-GB" smtClean="0"/>
              <a:t>9</a:t>
            </a:fld>
            <a:endParaRPr lang="en-GB"/>
          </a:p>
        </p:txBody>
      </p:sp>
      <p:pic>
        <p:nvPicPr>
          <p:cNvPr id="9" name="Picture 8">
            <a:extLst>
              <a:ext uri="{FF2B5EF4-FFF2-40B4-BE49-F238E27FC236}">
                <a16:creationId xmlns:a16="http://schemas.microsoft.com/office/drawing/2014/main" id="{FCFFBAD5-BBEE-4510-B48F-2C29F9F70B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376573"/>
            <a:ext cx="4534493" cy="5488040"/>
          </a:xfrm>
          <a:prstGeom prst="rect">
            <a:avLst/>
          </a:prstGeom>
        </p:spPr>
      </p:pic>
      <p:pic>
        <p:nvPicPr>
          <p:cNvPr id="17" name="Content Placeholder 16">
            <a:extLst>
              <a:ext uri="{FF2B5EF4-FFF2-40B4-BE49-F238E27FC236}">
                <a16:creationId xmlns:a16="http://schemas.microsoft.com/office/drawing/2014/main" id="{AE606CD4-75C9-4CE6-8126-884530B63FF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340551" y="1557285"/>
            <a:ext cx="6101947" cy="3126617"/>
          </a:xfrm>
        </p:spPr>
      </p:pic>
    </p:spTree>
    <p:extLst>
      <p:ext uri="{BB962C8B-B14F-4D97-AF65-F5344CB8AC3E}">
        <p14:creationId xmlns:p14="http://schemas.microsoft.com/office/powerpoint/2010/main" val="3742923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19C5E-839F-462A-B55C-37AD6396EB4B}"/>
              </a:ext>
            </a:extLst>
          </p:cNvPr>
          <p:cNvSpPr>
            <a:spLocks noGrp="1"/>
          </p:cNvSpPr>
          <p:nvPr>
            <p:ph type="title"/>
          </p:nvPr>
        </p:nvSpPr>
        <p:spPr/>
        <p:txBody>
          <a:bodyPr/>
          <a:lstStyle/>
          <a:p>
            <a:r>
              <a:rPr lang="it-IT" dirty="0" err="1"/>
              <a:t>README.nd</a:t>
            </a:r>
            <a:r>
              <a:rPr lang="it-IT" dirty="0"/>
              <a:t>: </a:t>
            </a:r>
            <a:r>
              <a:rPr lang="it-IT" dirty="0" err="1"/>
              <a:t>your</a:t>
            </a:r>
            <a:r>
              <a:rPr lang="it-IT" dirty="0"/>
              <a:t> best </a:t>
            </a:r>
            <a:r>
              <a:rPr lang="it-IT" dirty="0" err="1"/>
              <a:t>buddy</a:t>
            </a:r>
            <a:endParaRPr lang="en-GB" dirty="0"/>
          </a:p>
        </p:txBody>
      </p:sp>
      <p:sp>
        <p:nvSpPr>
          <p:cNvPr id="4" name="Date Placeholder 3">
            <a:extLst>
              <a:ext uri="{FF2B5EF4-FFF2-40B4-BE49-F238E27FC236}">
                <a16:creationId xmlns:a16="http://schemas.microsoft.com/office/drawing/2014/main" id="{1937DE4B-73A0-439E-AE62-F82BDB10F7AF}"/>
              </a:ext>
            </a:extLst>
          </p:cNvPr>
          <p:cNvSpPr>
            <a:spLocks noGrp="1"/>
          </p:cNvSpPr>
          <p:nvPr>
            <p:ph type="dt" sz="half" idx="10"/>
          </p:nvPr>
        </p:nvSpPr>
        <p:spPr/>
        <p:txBody>
          <a:bodyPr/>
          <a:lstStyle/>
          <a:p>
            <a:fld id="{615DC437-A0DD-46F5-9201-CD90B91D6AA7}" type="datetime1">
              <a:rPr lang="en-GB" smtClean="0"/>
              <a:t>13/10/2019</a:t>
            </a:fld>
            <a:endParaRPr lang="en-GB"/>
          </a:p>
        </p:txBody>
      </p:sp>
      <p:sp>
        <p:nvSpPr>
          <p:cNvPr id="5" name="Slide Number Placeholder 4">
            <a:extLst>
              <a:ext uri="{FF2B5EF4-FFF2-40B4-BE49-F238E27FC236}">
                <a16:creationId xmlns:a16="http://schemas.microsoft.com/office/drawing/2014/main" id="{EA3F265C-F377-4D4B-BB3A-5B2197A4ACE5}"/>
              </a:ext>
            </a:extLst>
          </p:cNvPr>
          <p:cNvSpPr>
            <a:spLocks noGrp="1"/>
          </p:cNvSpPr>
          <p:nvPr>
            <p:ph type="sldNum" sz="quarter" idx="12"/>
          </p:nvPr>
        </p:nvSpPr>
        <p:spPr/>
        <p:txBody>
          <a:bodyPr/>
          <a:lstStyle/>
          <a:p>
            <a:fld id="{731D6CA2-A9CD-4971-ABC0-FCCACEAFD435}" type="slidenum">
              <a:rPr lang="en-GB" smtClean="0"/>
              <a:t>10</a:t>
            </a:fld>
            <a:endParaRPr lang="en-GB"/>
          </a:p>
        </p:txBody>
      </p:sp>
      <p:pic>
        <p:nvPicPr>
          <p:cNvPr id="9" name="Content Placeholder 8">
            <a:extLst>
              <a:ext uri="{FF2B5EF4-FFF2-40B4-BE49-F238E27FC236}">
                <a16:creationId xmlns:a16="http://schemas.microsoft.com/office/drawing/2014/main" id="{C3C0CF18-3997-4B49-882D-477231163E55}"/>
              </a:ext>
            </a:extLst>
          </p:cNvPr>
          <p:cNvPicPr>
            <a:picLocks noGrp="1" noChangeAspect="1"/>
          </p:cNvPicPr>
          <p:nvPr>
            <p:ph idx="1"/>
          </p:nvPr>
        </p:nvPicPr>
        <p:blipFill>
          <a:blip r:embed="rId2"/>
          <a:stretch>
            <a:fillRect/>
          </a:stretch>
        </p:blipFill>
        <p:spPr>
          <a:xfrm>
            <a:off x="555884" y="698500"/>
            <a:ext cx="2661628" cy="5164139"/>
          </a:xfrm>
          <a:prstGeom prst="rect">
            <a:avLst/>
          </a:prstGeom>
        </p:spPr>
      </p:pic>
    </p:spTree>
    <p:extLst>
      <p:ext uri="{BB962C8B-B14F-4D97-AF65-F5344CB8AC3E}">
        <p14:creationId xmlns:p14="http://schemas.microsoft.com/office/powerpoint/2010/main" val="3200434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A15C0773-194C-4F29-B327-D8CA1FC9782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5538" y="1825625"/>
            <a:ext cx="10220923" cy="4351338"/>
          </a:xfrm>
        </p:spPr>
      </p:pic>
      <p:sp>
        <p:nvSpPr>
          <p:cNvPr id="4" name="Date Placeholder 3">
            <a:extLst>
              <a:ext uri="{FF2B5EF4-FFF2-40B4-BE49-F238E27FC236}">
                <a16:creationId xmlns:a16="http://schemas.microsoft.com/office/drawing/2014/main" id="{193FC10C-C44F-4327-94D5-EC9801CE5B30}"/>
              </a:ext>
            </a:extLst>
          </p:cNvPr>
          <p:cNvSpPr>
            <a:spLocks noGrp="1"/>
          </p:cNvSpPr>
          <p:nvPr>
            <p:ph type="dt" sz="half" idx="10"/>
          </p:nvPr>
        </p:nvSpPr>
        <p:spPr/>
        <p:txBody>
          <a:bodyPr/>
          <a:lstStyle/>
          <a:p>
            <a:fld id="{615DC437-A0DD-46F5-9201-CD90B91D6AA7}" type="datetime1">
              <a:rPr lang="en-GB" smtClean="0"/>
              <a:t>13/10/2019</a:t>
            </a:fld>
            <a:endParaRPr lang="en-GB"/>
          </a:p>
        </p:txBody>
      </p:sp>
      <p:sp>
        <p:nvSpPr>
          <p:cNvPr id="5" name="Slide Number Placeholder 4">
            <a:extLst>
              <a:ext uri="{FF2B5EF4-FFF2-40B4-BE49-F238E27FC236}">
                <a16:creationId xmlns:a16="http://schemas.microsoft.com/office/drawing/2014/main" id="{425D7EB5-8C6D-4AAE-9AAF-569E08D65F51}"/>
              </a:ext>
            </a:extLst>
          </p:cNvPr>
          <p:cNvSpPr>
            <a:spLocks noGrp="1"/>
          </p:cNvSpPr>
          <p:nvPr>
            <p:ph type="sldNum" sz="quarter" idx="12"/>
          </p:nvPr>
        </p:nvSpPr>
        <p:spPr/>
        <p:txBody>
          <a:bodyPr/>
          <a:lstStyle/>
          <a:p>
            <a:fld id="{731D6CA2-A9CD-4971-ABC0-FCCACEAFD435}" type="slidenum">
              <a:rPr lang="en-GB" smtClean="0"/>
              <a:t>11</a:t>
            </a:fld>
            <a:endParaRPr lang="en-GB"/>
          </a:p>
        </p:txBody>
      </p:sp>
      <p:sp>
        <p:nvSpPr>
          <p:cNvPr id="7" name="Title 6">
            <a:extLst>
              <a:ext uri="{FF2B5EF4-FFF2-40B4-BE49-F238E27FC236}">
                <a16:creationId xmlns:a16="http://schemas.microsoft.com/office/drawing/2014/main" id="{6C5FAE59-D834-4750-B46D-A21CC52F7CDC}"/>
              </a:ext>
            </a:extLst>
          </p:cNvPr>
          <p:cNvSpPr>
            <a:spLocks noGrp="1"/>
          </p:cNvSpPr>
          <p:nvPr>
            <p:ph type="title"/>
          </p:nvPr>
        </p:nvSpPr>
        <p:spPr/>
        <p:txBody>
          <a:bodyPr/>
          <a:lstStyle/>
          <a:p>
            <a:endParaRPr lang="en-GB" dirty="0"/>
          </a:p>
        </p:txBody>
      </p:sp>
    </p:spTree>
    <p:extLst>
      <p:ext uri="{BB962C8B-B14F-4D97-AF65-F5344CB8AC3E}">
        <p14:creationId xmlns:p14="http://schemas.microsoft.com/office/powerpoint/2010/main" val="2207399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CF7A7D-C6D5-48AC-B286-27951C4B70EC}"/>
              </a:ext>
            </a:extLst>
          </p:cNvPr>
          <p:cNvSpPr>
            <a:spLocks noGrp="1"/>
          </p:cNvSpPr>
          <p:nvPr>
            <p:ph idx="1"/>
          </p:nvPr>
        </p:nvSpPr>
        <p:spPr>
          <a:xfrm>
            <a:off x="838200" y="1662113"/>
            <a:ext cx="4743450" cy="4500562"/>
          </a:xfrm>
        </p:spPr>
        <p:txBody>
          <a:bodyPr/>
          <a:lstStyle/>
          <a:p>
            <a:r>
              <a:rPr lang="it-IT" dirty="0"/>
              <a:t>a </a:t>
            </a:r>
            <a:r>
              <a:rPr lang="it-IT" dirty="0" err="1"/>
              <a:t>strict</a:t>
            </a:r>
            <a:r>
              <a:rPr lang="it-IT" dirty="0"/>
              <a:t> 100MB </a:t>
            </a:r>
            <a:r>
              <a:rPr lang="it-IT" dirty="0" err="1"/>
              <a:t>limit</a:t>
            </a:r>
            <a:endParaRPr lang="en-GB" dirty="0"/>
          </a:p>
        </p:txBody>
      </p:sp>
      <p:sp>
        <p:nvSpPr>
          <p:cNvPr id="4" name="Date Placeholder 3">
            <a:extLst>
              <a:ext uri="{FF2B5EF4-FFF2-40B4-BE49-F238E27FC236}">
                <a16:creationId xmlns:a16="http://schemas.microsoft.com/office/drawing/2014/main" id="{EA33E7DF-A271-4758-9439-FB29F221C869}"/>
              </a:ext>
            </a:extLst>
          </p:cNvPr>
          <p:cNvSpPr>
            <a:spLocks noGrp="1"/>
          </p:cNvSpPr>
          <p:nvPr>
            <p:ph type="dt" sz="half" idx="10"/>
          </p:nvPr>
        </p:nvSpPr>
        <p:spPr/>
        <p:txBody>
          <a:bodyPr/>
          <a:lstStyle/>
          <a:p>
            <a:fld id="{615DC437-A0DD-46F5-9201-CD90B91D6AA7}" type="datetime1">
              <a:rPr lang="en-GB" smtClean="0"/>
              <a:t>14/10/2019</a:t>
            </a:fld>
            <a:endParaRPr lang="en-GB"/>
          </a:p>
        </p:txBody>
      </p:sp>
      <p:sp>
        <p:nvSpPr>
          <p:cNvPr id="5" name="Slide Number Placeholder 4">
            <a:extLst>
              <a:ext uri="{FF2B5EF4-FFF2-40B4-BE49-F238E27FC236}">
                <a16:creationId xmlns:a16="http://schemas.microsoft.com/office/drawing/2014/main" id="{33D32AFB-7CF7-4CE8-9964-121054843291}"/>
              </a:ext>
            </a:extLst>
          </p:cNvPr>
          <p:cNvSpPr>
            <a:spLocks noGrp="1"/>
          </p:cNvSpPr>
          <p:nvPr>
            <p:ph type="sldNum" sz="quarter" idx="12"/>
          </p:nvPr>
        </p:nvSpPr>
        <p:spPr/>
        <p:txBody>
          <a:bodyPr/>
          <a:lstStyle/>
          <a:p>
            <a:fld id="{731D6CA2-A9CD-4971-ABC0-FCCACEAFD435}" type="slidenum">
              <a:rPr lang="en-GB" smtClean="0"/>
              <a:t>12</a:t>
            </a:fld>
            <a:endParaRPr lang="en-GB"/>
          </a:p>
        </p:txBody>
      </p:sp>
      <p:pic>
        <p:nvPicPr>
          <p:cNvPr id="7" name="Picture 6">
            <a:extLst>
              <a:ext uri="{FF2B5EF4-FFF2-40B4-BE49-F238E27FC236}">
                <a16:creationId xmlns:a16="http://schemas.microsoft.com/office/drawing/2014/main" id="{2E179869-2CBD-41E3-AF17-69BFCFF62FA2}"/>
              </a:ext>
            </a:extLst>
          </p:cNvPr>
          <p:cNvPicPr>
            <a:picLocks noChangeAspect="1"/>
          </p:cNvPicPr>
          <p:nvPr/>
        </p:nvPicPr>
        <p:blipFill>
          <a:blip r:embed="rId2"/>
          <a:stretch>
            <a:fillRect/>
          </a:stretch>
        </p:blipFill>
        <p:spPr>
          <a:xfrm>
            <a:off x="7531514" y="342203"/>
            <a:ext cx="2158171" cy="951058"/>
          </a:xfrm>
          <a:prstGeom prst="rect">
            <a:avLst/>
          </a:prstGeom>
        </p:spPr>
      </p:pic>
      <p:pic>
        <p:nvPicPr>
          <p:cNvPr id="10" name="Content Placeholder 6">
            <a:extLst>
              <a:ext uri="{FF2B5EF4-FFF2-40B4-BE49-F238E27FC236}">
                <a16:creationId xmlns:a16="http://schemas.microsoft.com/office/drawing/2014/main" id="{13ED63FF-37B4-4EF7-821B-012EF9FA455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82115" y="339409"/>
            <a:ext cx="1051560" cy="949690"/>
          </a:xfrm>
        </p:spPr>
      </p:pic>
      <p:pic>
        <p:nvPicPr>
          <p:cNvPr id="11" name="Content Placeholder 6">
            <a:extLst>
              <a:ext uri="{FF2B5EF4-FFF2-40B4-BE49-F238E27FC236}">
                <a16:creationId xmlns:a16="http://schemas.microsoft.com/office/drawing/2014/main" id="{5487E5BB-ECD1-4281-8621-E3E90EDD11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4630" y="339409"/>
            <a:ext cx="1055370" cy="953131"/>
          </a:xfrm>
          <a:prstGeom prst="rect">
            <a:avLst/>
          </a:prstGeom>
        </p:spPr>
      </p:pic>
    </p:spTree>
    <p:extLst>
      <p:ext uri="{BB962C8B-B14F-4D97-AF65-F5344CB8AC3E}">
        <p14:creationId xmlns:p14="http://schemas.microsoft.com/office/powerpoint/2010/main" val="3879958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6595B-7CC4-4F84-ACB7-6FC571C1BB12}"/>
              </a:ext>
            </a:extLst>
          </p:cNvPr>
          <p:cNvSpPr>
            <a:spLocks noGrp="1"/>
          </p:cNvSpPr>
          <p:nvPr>
            <p:ph type="title"/>
          </p:nvPr>
        </p:nvSpPr>
        <p:spPr>
          <a:xfrm>
            <a:off x="2686050" y="153192"/>
            <a:ext cx="6819900" cy="1325563"/>
          </a:xfrm>
        </p:spPr>
        <p:txBody>
          <a:bodyPr/>
          <a:lstStyle/>
          <a:p>
            <a:r>
              <a:rPr lang="it-IT" dirty="0"/>
              <a:t>The </a:t>
            </a:r>
            <a:r>
              <a:rPr lang="it-IT" dirty="0" err="1"/>
              <a:t>init</a:t>
            </a:r>
            <a:r>
              <a:rPr lang="it-IT" dirty="0"/>
              <a:t>-(</a:t>
            </a:r>
            <a:r>
              <a:rPr lang="it-IT" dirty="0" err="1"/>
              <a:t>add</a:t>
            </a:r>
            <a:r>
              <a:rPr lang="it-IT" dirty="0"/>
              <a:t>)-</a:t>
            </a:r>
            <a:r>
              <a:rPr lang="it-IT" dirty="0" err="1"/>
              <a:t>commit</a:t>
            </a:r>
            <a:r>
              <a:rPr lang="it-IT" dirty="0"/>
              <a:t> </a:t>
            </a:r>
            <a:r>
              <a:rPr lang="it-IT" dirty="0" err="1"/>
              <a:t>cycle</a:t>
            </a:r>
            <a:endParaRPr lang="en-GB" dirty="0"/>
          </a:p>
        </p:txBody>
      </p:sp>
      <p:pic>
        <p:nvPicPr>
          <p:cNvPr id="7" name="Content Placeholder 6">
            <a:extLst>
              <a:ext uri="{FF2B5EF4-FFF2-40B4-BE49-F238E27FC236}">
                <a16:creationId xmlns:a16="http://schemas.microsoft.com/office/drawing/2014/main" id="{E13E482A-DA58-4B5C-88CB-7FD2F541EB5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490" y="1290637"/>
            <a:ext cx="5151120" cy="4598067"/>
          </a:xfrm>
        </p:spPr>
      </p:pic>
      <p:sp>
        <p:nvSpPr>
          <p:cNvPr id="4" name="Date Placeholder 3">
            <a:extLst>
              <a:ext uri="{FF2B5EF4-FFF2-40B4-BE49-F238E27FC236}">
                <a16:creationId xmlns:a16="http://schemas.microsoft.com/office/drawing/2014/main" id="{5EB23E12-699B-4800-A972-00344AC1C298}"/>
              </a:ext>
            </a:extLst>
          </p:cNvPr>
          <p:cNvSpPr>
            <a:spLocks noGrp="1"/>
          </p:cNvSpPr>
          <p:nvPr>
            <p:ph type="dt" sz="half" idx="10"/>
          </p:nvPr>
        </p:nvSpPr>
        <p:spPr/>
        <p:txBody>
          <a:bodyPr/>
          <a:lstStyle/>
          <a:p>
            <a:fld id="{615DC437-A0DD-46F5-9201-CD90B91D6AA7}" type="datetime1">
              <a:rPr lang="en-GB" smtClean="0"/>
              <a:t>13/10/2019</a:t>
            </a:fld>
            <a:endParaRPr lang="en-GB"/>
          </a:p>
        </p:txBody>
      </p:sp>
      <p:sp>
        <p:nvSpPr>
          <p:cNvPr id="5" name="Slide Number Placeholder 4">
            <a:extLst>
              <a:ext uri="{FF2B5EF4-FFF2-40B4-BE49-F238E27FC236}">
                <a16:creationId xmlns:a16="http://schemas.microsoft.com/office/drawing/2014/main" id="{236E207A-E28A-4B1D-8326-FC07E115F6D1}"/>
              </a:ext>
            </a:extLst>
          </p:cNvPr>
          <p:cNvSpPr>
            <a:spLocks noGrp="1"/>
          </p:cNvSpPr>
          <p:nvPr>
            <p:ph type="sldNum" sz="quarter" idx="12"/>
          </p:nvPr>
        </p:nvSpPr>
        <p:spPr/>
        <p:txBody>
          <a:bodyPr/>
          <a:lstStyle/>
          <a:p>
            <a:fld id="{731D6CA2-A9CD-4971-ABC0-FCCACEAFD435}" type="slidenum">
              <a:rPr lang="en-GB" smtClean="0"/>
              <a:t>13</a:t>
            </a:fld>
            <a:endParaRPr lang="en-GB"/>
          </a:p>
        </p:txBody>
      </p:sp>
    </p:spTree>
    <p:extLst>
      <p:ext uri="{BB962C8B-B14F-4D97-AF65-F5344CB8AC3E}">
        <p14:creationId xmlns:p14="http://schemas.microsoft.com/office/powerpoint/2010/main" val="21039717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AC8FF-B3C6-4F65-991B-459545057E51}"/>
              </a:ext>
            </a:extLst>
          </p:cNvPr>
          <p:cNvSpPr>
            <a:spLocks noGrp="1"/>
          </p:cNvSpPr>
          <p:nvPr>
            <p:ph type="title"/>
          </p:nvPr>
        </p:nvSpPr>
        <p:spPr>
          <a:xfrm>
            <a:off x="7600950" y="355600"/>
            <a:ext cx="4114800" cy="1339850"/>
          </a:xfrm>
        </p:spPr>
        <p:txBody>
          <a:bodyPr>
            <a:normAutofit fontScale="90000"/>
          </a:bodyPr>
          <a:lstStyle/>
          <a:p>
            <a:r>
              <a:rPr lang="it-IT" dirty="0"/>
              <a:t>Your First </a:t>
            </a:r>
            <a:r>
              <a:rPr lang="it-IT" dirty="0" err="1"/>
              <a:t>Commit</a:t>
            </a:r>
            <a:r>
              <a:rPr lang="it-IT" dirty="0"/>
              <a:t>!</a:t>
            </a:r>
            <a:br>
              <a:rPr lang="it-IT" dirty="0"/>
            </a:br>
            <a:r>
              <a:rPr lang="it-IT" dirty="0"/>
              <a:t>(and </a:t>
            </a:r>
            <a:r>
              <a:rPr lang="it-IT" dirty="0" err="1"/>
              <a:t>push</a:t>
            </a:r>
            <a:r>
              <a:rPr lang="it-IT" dirty="0"/>
              <a:t>)</a:t>
            </a:r>
            <a:endParaRPr lang="en-GB" dirty="0"/>
          </a:p>
        </p:txBody>
      </p:sp>
      <p:pic>
        <p:nvPicPr>
          <p:cNvPr id="7" name="Content Placeholder 6">
            <a:extLst>
              <a:ext uri="{FF2B5EF4-FFF2-40B4-BE49-F238E27FC236}">
                <a16:creationId xmlns:a16="http://schemas.microsoft.com/office/drawing/2014/main" id="{456ED674-741A-408C-A338-49826334FEE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6224" y="355600"/>
            <a:ext cx="6241457" cy="5930900"/>
          </a:xfrm>
        </p:spPr>
      </p:pic>
      <p:sp>
        <p:nvSpPr>
          <p:cNvPr id="4" name="Date Placeholder 3">
            <a:extLst>
              <a:ext uri="{FF2B5EF4-FFF2-40B4-BE49-F238E27FC236}">
                <a16:creationId xmlns:a16="http://schemas.microsoft.com/office/drawing/2014/main" id="{E2D020C7-A9AA-48FB-BFE1-C0CF4764564B}"/>
              </a:ext>
            </a:extLst>
          </p:cNvPr>
          <p:cNvSpPr>
            <a:spLocks noGrp="1"/>
          </p:cNvSpPr>
          <p:nvPr>
            <p:ph type="dt" sz="half" idx="10"/>
          </p:nvPr>
        </p:nvSpPr>
        <p:spPr/>
        <p:txBody>
          <a:bodyPr/>
          <a:lstStyle/>
          <a:p>
            <a:fld id="{615DC437-A0DD-46F5-9201-CD90B91D6AA7}" type="datetime1">
              <a:rPr lang="en-GB" smtClean="0"/>
              <a:t>13/10/2019</a:t>
            </a:fld>
            <a:endParaRPr lang="en-GB"/>
          </a:p>
        </p:txBody>
      </p:sp>
      <p:sp>
        <p:nvSpPr>
          <p:cNvPr id="5" name="Slide Number Placeholder 4">
            <a:extLst>
              <a:ext uri="{FF2B5EF4-FFF2-40B4-BE49-F238E27FC236}">
                <a16:creationId xmlns:a16="http://schemas.microsoft.com/office/drawing/2014/main" id="{D88BE548-E0D6-410B-84D7-4564B5E58E15}"/>
              </a:ext>
            </a:extLst>
          </p:cNvPr>
          <p:cNvSpPr>
            <a:spLocks noGrp="1"/>
          </p:cNvSpPr>
          <p:nvPr>
            <p:ph type="sldNum" sz="quarter" idx="12"/>
          </p:nvPr>
        </p:nvSpPr>
        <p:spPr/>
        <p:txBody>
          <a:bodyPr/>
          <a:lstStyle/>
          <a:p>
            <a:fld id="{731D6CA2-A9CD-4971-ABC0-FCCACEAFD435}" type="slidenum">
              <a:rPr lang="en-GB" smtClean="0"/>
              <a:t>14</a:t>
            </a:fld>
            <a:endParaRPr lang="en-GB"/>
          </a:p>
        </p:txBody>
      </p:sp>
    </p:spTree>
    <p:extLst>
      <p:ext uri="{BB962C8B-B14F-4D97-AF65-F5344CB8AC3E}">
        <p14:creationId xmlns:p14="http://schemas.microsoft.com/office/powerpoint/2010/main" val="2682875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C1D9B-17DD-4775-8C5B-6431540AFE4D}"/>
              </a:ext>
            </a:extLst>
          </p:cNvPr>
          <p:cNvSpPr>
            <a:spLocks noGrp="1"/>
          </p:cNvSpPr>
          <p:nvPr>
            <p:ph type="title"/>
          </p:nvPr>
        </p:nvSpPr>
        <p:spPr/>
        <p:txBody>
          <a:bodyPr/>
          <a:lstStyle/>
          <a:p>
            <a:r>
              <a:rPr lang="it-IT" dirty="0"/>
              <a:t>Pull: the moment of truth</a:t>
            </a:r>
            <a:endParaRPr lang="en-GB" dirty="0"/>
          </a:p>
        </p:txBody>
      </p:sp>
      <p:sp>
        <p:nvSpPr>
          <p:cNvPr id="3" name="Content Placeholder 2">
            <a:extLst>
              <a:ext uri="{FF2B5EF4-FFF2-40B4-BE49-F238E27FC236}">
                <a16:creationId xmlns:a16="http://schemas.microsoft.com/office/drawing/2014/main" id="{FE3272B8-1A9D-47F2-8E0B-5C5DE07A98B5}"/>
              </a:ext>
            </a:extLst>
          </p:cNvPr>
          <p:cNvSpPr>
            <a:spLocks noGrp="1"/>
          </p:cNvSpPr>
          <p:nvPr>
            <p:ph idx="1"/>
          </p:nvPr>
        </p:nvSpPr>
        <p:spPr/>
        <p:txBody>
          <a:bodyPr/>
          <a:lstStyle/>
          <a:p>
            <a:endParaRPr lang="en-GB" dirty="0"/>
          </a:p>
        </p:txBody>
      </p:sp>
      <p:sp>
        <p:nvSpPr>
          <p:cNvPr id="4" name="Date Placeholder 3">
            <a:extLst>
              <a:ext uri="{FF2B5EF4-FFF2-40B4-BE49-F238E27FC236}">
                <a16:creationId xmlns:a16="http://schemas.microsoft.com/office/drawing/2014/main" id="{DD20A086-01F7-44E8-AB93-9A9CF2B3DCB9}"/>
              </a:ext>
            </a:extLst>
          </p:cNvPr>
          <p:cNvSpPr>
            <a:spLocks noGrp="1"/>
          </p:cNvSpPr>
          <p:nvPr>
            <p:ph type="dt" sz="half" idx="10"/>
          </p:nvPr>
        </p:nvSpPr>
        <p:spPr/>
        <p:txBody>
          <a:bodyPr/>
          <a:lstStyle/>
          <a:p>
            <a:fld id="{615DC437-A0DD-46F5-9201-CD90B91D6AA7}" type="datetime1">
              <a:rPr lang="en-GB" smtClean="0"/>
              <a:t>13/10/2019</a:t>
            </a:fld>
            <a:endParaRPr lang="en-GB"/>
          </a:p>
        </p:txBody>
      </p:sp>
      <p:sp>
        <p:nvSpPr>
          <p:cNvPr id="5" name="Slide Number Placeholder 4">
            <a:extLst>
              <a:ext uri="{FF2B5EF4-FFF2-40B4-BE49-F238E27FC236}">
                <a16:creationId xmlns:a16="http://schemas.microsoft.com/office/drawing/2014/main" id="{FEA891BB-8106-4577-B258-3EAD0F1C0A8D}"/>
              </a:ext>
            </a:extLst>
          </p:cNvPr>
          <p:cNvSpPr>
            <a:spLocks noGrp="1"/>
          </p:cNvSpPr>
          <p:nvPr>
            <p:ph type="sldNum" sz="quarter" idx="12"/>
          </p:nvPr>
        </p:nvSpPr>
        <p:spPr/>
        <p:txBody>
          <a:bodyPr/>
          <a:lstStyle/>
          <a:p>
            <a:fld id="{731D6CA2-A9CD-4971-ABC0-FCCACEAFD435}" type="slidenum">
              <a:rPr lang="en-GB" smtClean="0"/>
              <a:t>15</a:t>
            </a:fld>
            <a:endParaRPr lang="en-GB"/>
          </a:p>
        </p:txBody>
      </p:sp>
    </p:spTree>
    <p:extLst>
      <p:ext uri="{BB962C8B-B14F-4D97-AF65-F5344CB8AC3E}">
        <p14:creationId xmlns:p14="http://schemas.microsoft.com/office/powerpoint/2010/main" val="2210632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843E0-FDBA-41B2-8689-372B30B130CF}"/>
              </a:ext>
            </a:extLst>
          </p:cNvPr>
          <p:cNvSpPr>
            <a:spLocks noGrp="1"/>
          </p:cNvSpPr>
          <p:nvPr>
            <p:ph type="title"/>
          </p:nvPr>
        </p:nvSpPr>
        <p:spPr/>
        <p:txBody>
          <a:bodyPr/>
          <a:lstStyle/>
          <a:p>
            <a:r>
              <a:rPr lang="it-IT" dirty="0"/>
              <a:t>Branching and </a:t>
            </a:r>
            <a:r>
              <a:rPr lang="it-IT" dirty="0" err="1"/>
              <a:t>Merging</a:t>
            </a:r>
            <a:endParaRPr lang="en-GB" dirty="0"/>
          </a:p>
        </p:txBody>
      </p:sp>
      <p:sp>
        <p:nvSpPr>
          <p:cNvPr id="3" name="Content Placeholder 2">
            <a:extLst>
              <a:ext uri="{FF2B5EF4-FFF2-40B4-BE49-F238E27FC236}">
                <a16:creationId xmlns:a16="http://schemas.microsoft.com/office/drawing/2014/main" id="{0EE24F67-8593-4BD1-8425-AC93F89DC3F2}"/>
              </a:ext>
            </a:extLst>
          </p:cNvPr>
          <p:cNvSpPr>
            <a:spLocks noGrp="1"/>
          </p:cNvSpPr>
          <p:nvPr>
            <p:ph idx="1"/>
          </p:nvPr>
        </p:nvSpPr>
        <p:spPr/>
        <p:txBody>
          <a:bodyPr/>
          <a:lstStyle/>
          <a:p>
            <a:endParaRPr lang="en-GB" dirty="0"/>
          </a:p>
        </p:txBody>
      </p:sp>
      <p:sp>
        <p:nvSpPr>
          <p:cNvPr id="4" name="Date Placeholder 3">
            <a:extLst>
              <a:ext uri="{FF2B5EF4-FFF2-40B4-BE49-F238E27FC236}">
                <a16:creationId xmlns:a16="http://schemas.microsoft.com/office/drawing/2014/main" id="{651FE6E6-1956-46F6-ABB6-3F27D6CF84B0}"/>
              </a:ext>
            </a:extLst>
          </p:cNvPr>
          <p:cNvSpPr>
            <a:spLocks noGrp="1"/>
          </p:cNvSpPr>
          <p:nvPr>
            <p:ph type="dt" sz="half" idx="10"/>
          </p:nvPr>
        </p:nvSpPr>
        <p:spPr/>
        <p:txBody>
          <a:bodyPr/>
          <a:lstStyle/>
          <a:p>
            <a:fld id="{615DC437-A0DD-46F5-9201-CD90B91D6AA7}" type="datetime1">
              <a:rPr lang="en-GB" smtClean="0"/>
              <a:t>13/10/2019</a:t>
            </a:fld>
            <a:endParaRPr lang="en-GB"/>
          </a:p>
        </p:txBody>
      </p:sp>
      <p:sp>
        <p:nvSpPr>
          <p:cNvPr id="5" name="Slide Number Placeholder 4">
            <a:extLst>
              <a:ext uri="{FF2B5EF4-FFF2-40B4-BE49-F238E27FC236}">
                <a16:creationId xmlns:a16="http://schemas.microsoft.com/office/drawing/2014/main" id="{7F1DF683-3B9C-403E-A972-1DD0526F86AA}"/>
              </a:ext>
            </a:extLst>
          </p:cNvPr>
          <p:cNvSpPr>
            <a:spLocks noGrp="1"/>
          </p:cNvSpPr>
          <p:nvPr>
            <p:ph type="sldNum" sz="quarter" idx="12"/>
          </p:nvPr>
        </p:nvSpPr>
        <p:spPr/>
        <p:txBody>
          <a:bodyPr/>
          <a:lstStyle/>
          <a:p>
            <a:fld id="{731D6CA2-A9CD-4971-ABC0-FCCACEAFD435}" type="slidenum">
              <a:rPr lang="en-GB" smtClean="0"/>
              <a:t>16</a:t>
            </a:fld>
            <a:endParaRPr lang="en-GB"/>
          </a:p>
        </p:txBody>
      </p:sp>
    </p:spTree>
    <p:extLst>
      <p:ext uri="{BB962C8B-B14F-4D97-AF65-F5344CB8AC3E}">
        <p14:creationId xmlns:p14="http://schemas.microsoft.com/office/powerpoint/2010/main" val="994926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CF029-EC6A-40D0-828F-EAE7DCA097AF}"/>
              </a:ext>
            </a:extLst>
          </p:cNvPr>
          <p:cNvSpPr>
            <a:spLocks noGrp="1"/>
          </p:cNvSpPr>
          <p:nvPr>
            <p:ph type="title"/>
          </p:nvPr>
        </p:nvSpPr>
        <p:spPr/>
        <p:txBody>
          <a:bodyPr/>
          <a:lstStyle/>
          <a:p>
            <a:r>
              <a:rPr lang="it-IT" dirty="0" err="1"/>
              <a:t>Request</a:t>
            </a:r>
            <a:r>
              <a:rPr lang="it-IT" dirty="0"/>
              <a:t> from </a:t>
            </a:r>
            <a:r>
              <a:rPr lang="it-IT" dirty="0" err="1"/>
              <a:t>external</a:t>
            </a:r>
            <a:r>
              <a:rPr lang="it-IT" dirty="0"/>
              <a:t> users</a:t>
            </a:r>
            <a:endParaRPr lang="en-GB" dirty="0"/>
          </a:p>
        </p:txBody>
      </p:sp>
      <p:sp>
        <p:nvSpPr>
          <p:cNvPr id="3" name="Content Placeholder 2">
            <a:extLst>
              <a:ext uri="{FF2B5EF4-FFF2-40B4-BE49-F238E27FC236}">
                <a16:creationId xmlns:a16="http://schemas.microsoft.com/office/drawing/2014/main" id="{96A74DB3-1D6A-48C7-8A85-3358C2EC99A7}"/>
              </a:ext>
            </a:extLst>
          </p:cNvPr>
          <p:cNvSpPr>
            <a:spLocks noGrp="1"/>
          </p:cNvSpPr>
          <p:nvPr>
            <p:ph idx="1"/>
          </p:nvPr>
        </p:nvSpPr>
        <p:spPr/>
        <p:txBody>
          <a:bodyPr/>
          <a:lstStyle/>
          <a:p>
            <a:endParaRPr lang="en-GB" dirty="0"/>
          </a:p>
        </p:txBody>
      </p:sp>
      <p:sp>
        <p:nvSpPr>
          <p:cNvPr id="4" name="Date Placeholder 3">
            <a:extLst>
              <a:ext uri="{FF2B5EF4-FFF2-40B4-BE49-F238E27FC236}">
                <a16:creationId xmlns:a16="http://schemas.microsoft.com/office/drawing/2014/main" id="{4EC05F18-D113-4E01-A96E-119EB5B1ED10}"/>
              </a:ext>
            </a:extLst>
          </p:cNvPr>
          <p:cNvSpPr>
            <a:spLocks noGrp="1"/>
          </p:cNvSpPr>
          <p:nvPr>
            <p:ph type="dt" sz="half" idx="10"/>
          </p:nvPr>
        </p:nvSpPr>
        <p:spPr/>
        <p:txBody>
          <a:bodyPr/>
          <a:lstStyle/>
          <a:p>
            <a:fld id="{615DC437-A0DD-46F5-9201-CD90B91D6AA7}" type="datetime1">
              <a:rPr lang="en-GB" smtClean="0"/>
              <a:t>13/10/2019</a:t>
            </a:fld>
            <a:endParaRPr lang="en-GB"/>
          </a:p>
        </p:txBody>
      </p:sp>
      <p:sp>
        <p:nvSpPr>
          <p:cNvPr id="5" name="Slide Number Placeholder 4">
            <a:extLst>
              <a:ext uri="{FF2B5EF4-FFF2-40B4-BE49-F238E27FC236}">
                <a16:creationId xmlns:a16="http://schemas.microsoft.com/office/drawing/2014/main" id="{0525CAE4-7E0C-4995-8B0A-A336991DCC25}"/>
              </a:ext>
            </a:extLst>
          </p:cNvPr>
          <p:cNvSpPr>
            <a:spLocks noGrp="1"/>
          </p:cNvSpPr>
          <p:nvPr>
            <p:ph type="sldNum" sz="quarter" idx="12"/>
          </p:nvPr>
        </p:nvSpPr>
        <p:spPr/>
        <p:txBody>
          <a:bodyPr/>
          <a:lstStyle/>
          <a:p>
            <a:fld id="{731D6CA2-A9CD-4971-ABC0-FCCACEAFD435}" type="slidenum">
              <a:rPr lang="en-GB" smtClean="0"/>
              <a:t>17</a:t>
            </a:fld>
            <a:endParaRPr lang="en-GB"/>
          </a:p>
        </p:txBody>
      </p:sp>
    </p:spTree>
    <p:extLst>
      <p:ext uri="{BB962C8B-B14F-4D97-AF65-F5344CB8AC3E}">
        <p14:creationId xmlns:p14="http://schemas.microsoft.com/office/powerpoint/2010/main" val="11274383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67756AA-5ED3-458E-835D-A545BDC182A7}"/>
              </a:ext>
            </a:extLst>
          </p:cNvPr>
          <p:cNvSpPr>
            <a:spLocks noGrp="1"/>
          </p:cNvSpPr>
          <p:nvPr>
            <p:ph type="dt" sz="half" idx="10"/>
          </p:nvPr>
        </p:nvSpPr>
        <p:spPr/>
        <p:txBody>
          <a:bodyPr/>
          <a:lstStyle/>
          <a:p>
            <a:fld id="{615DC437-A0DD-46F5-9201-CD90B91D6AA7}" type="datetime1">
              <a:rPr lang="en-GB" smtClean="0"/>
              <a:t>14/10/2019</a:t>
            </a:fld>
            <a:endParaRPr lang="en-GB"/>
          </a:p>
        </p:txBody>
      </p:sp>
      <p:sp>
        <p:nvSpPr>
          <p:cNvPr id="5" name="Slide Number Placeholder 4">
            <a:extLst>
              <a:ext uri="{FF2B5EF4-FFF2-40B4-BE49-F238E27FC236}">
                <a16:creationId xmlns:a16="http://schemas.microsoft.com/office/drawing/2014/main" id="{4EB44052-A9C8-49C2-ADF8-F0B30AC2C15F}"/>
              </a:ext>
            </a:extLst>
          </p:cNvPr>
          <p:cNvSpPr>
            <a:spLocks noGrp="1"/>
          </p:cNvSpPr>
          <p:nvPr>
            <p:ph type="sldNum" sz="quarter" idx="12"/>
          </p:nvPr>
        </p:nvSpPr>
        <p:spPr/>
        <p:txBody>
          <a:bodyPr/>
          <a:lstStyle/>
          <a:p>
            <a:fld id="{731D6CA2-A9CD-4971-ABC0-FCCACEAFD435}" type="slidenum">
              <a:rPr lang="en-GB" smtClean="0"/>
              <a:t>18</a:t>
            </a:fld>
            <a:endParaRPr lang="en-GB"/>
          </a:p>
        </p:txBody>
      </p:sp>
      <p:graphicFrame>
        <p:nvGraphicFramePr>
          <p:cNvPr id="6" name="Table 5">
            <a:extLst>
              <a:ext uri="{FF2B5EF4-FFF2-40B4-BE49-F238E27FC236}">
                <a16:creationId xmlns:a16="http://schemas.microsoft.com/office/drawing/2014/main" id="{42D93DCF-B4E0-4C50-9C35-F63C65ACB829}"/>
              </a:ext>
            </a:extLst>
          </p:cNvPr>
          <p:cNvGraphicFramePr>
            <a:graphicFrameLocks noGrp="1"/>
          </p:cNvGraphicFramePr>
          <p:nvPr>
            <p:extLst>
              <p:ext uri="{D42A27DB-BD31-4B8C-83A1-F6EECF244321}">
                <p14:modId xmlns:p14="http://schemas.microsoft.com/office/powerpoint/2010/main" val="1892081896"/>
              </p:ext>
            </p:extLst>
          </p:nvPr>
        </p:nvGraphicFramePr>
        <p:xfrm>
          <a:off x="954087" y="423446"/>
          <a:ext cx="10283826" cy="5109507"/>
        </p:xfrm>
        <a:graphic>
          <a:graphicData uri="http://schemas.openxmlformats.org/drawingml/2006/table">
            <a:tbl>
              <a:tblPr firstRow="1">
                <a:tableStyleId>{0660B408-B3CF-4A94-85FC-2B1E0A45F4A2}</a:tableStyleId>
              </a:tblPr>
              <a:tblGrid>
                <a:gridCol w="5141913">
                  <a:extLst>
                    <a:ext uri="{9D8B030D-6E8A-4147-A177-3AD203B41FA5}">
                      <a16:colId xmlns:a16="http://schemas.microsoft.com/office/drawing/2014/main" val="3369934322"/>
                    </a:ext>
                  </a:extLst>
                </a:gridCol>
                <a:gridCol w="5141913">
                  <a:extLst>
                    <a:ext uri="{9D8B030D-6E8A-4147-A177-3AD203B41FA5}">
                      <a16:colId xmlns:a16="http://schemas.microsoft.com/office/drawing/2014/main" val="3522516681"/>
                    </a:ext>
                  </a:extLst>
                </a:gridCol>
              </a:tblGrid>
              <a:tr h="239190">
                <a:tc>
                  <a:txBody>
                    <a:bodyPr/>
                    <a:lstStyle/>
                    <a:p>
                      <a:pPr algn="ctr"/>
                      <a:r>
                        <a:rPr lang="it-IT" dirty="0" err="1"/>
                        <a:t>Command</a:t>
                      </a:r>
                      <a:endParaRPr lang="en-GB" dirty="0"/>
                    </a:p>
                  </a:txBody>
                  <a:tcPr/>
                </a:tc>
                <a:tc>
                  <a:txBody>
                    <a:bodyPr/>
                    <a:lstStyle/>
                    <a:p>
                      <a:pPr algn="ctr"/>
                      <a:r>
                        <a:rPr lang="it-IT" dirty="0" err="1"/>
                        <a:t>Meaning</a:t>
                      </a:r>
                      <a:endParaRPr lang="en-GB" dirty="0"/>
                    </a:p>
                  </a:txBody>
                  <a:tcPr/>
                </a:tc>
                <a:extLst>
                  <a:ext uri="{0D108BD9-81ED-4DB2-BD59-A6C34878D82A}">
                    <a16:rowId xmlns:a16="http://schemas.microsoft.com/office/drawing/2014/main" val="4034545570"/>
                  </a:ext>
                </a:extLst>
              </a:tr>
              <a:tr h="412849">
                <a:tc>
                  <a:txBody>
                    <a:bodyPr/>
                    <a:lstStyle/>
                    <a:p>
                      <a:r>
                        <a:rPr lang="it-IT" sz="1800" dirty="0" err="1">
                          <a:latin typeface="Courier New" panose="02070309020205020404" pitchFamily="49" charset="0"/>
                          <a:cs typeface="Courier New" panose="02070309020205020404" pitchFamily="49" charset="0"/>
                        </a:rPr>
                        <a:t>git</a:t>
                      </a:r>
                      <a:r>
                        <a:rPr lang="it-IT" sz="1800" dirty="0">
                          <a:latin typeface="Courier New" panose="02070309020205020404" pitchFamily="49" charset="0"/>
                          <a:cs typeface="Courier New" panose="02070309020205020404" pitchFamily="49" charset="0"/>
                        </a:rPr>
                        <a:t> </a:t>
                      </a:r>
                      <a:r>
                        <a:rPr lang="it-IT" sz="1800" dirty="0" err="1">
                          <a:latin typeface="Courier New" panose="02070309020205020404" pitchFamily="49" charset="0"/>
                          <a:cs typeface="Courier New" panose="02070309020205020404" pitchFamily="49" charset="0"/>
                        </a:rPr>
                        <a:t>init</a:t>
                      </a:r>
                      <a:r>
                        <a:rPr lang="it-IT" sz="1800" dirty="0">
                          <a:latin typeface="Courier New" panose="02070309020205020404" pitchFamily="49" charset="0"/>
                          <a:cs typeface="Courier New" panose="02070309020205020404" pitchFamily="49" charset="0"/>
                        </a:rPr>
                        <a:t> / </a:t>
                      </a:r>
                      <a:r>
                        <a:rPr lang="it-IT" sz="1800" dirty="0" err="1">
                          <a:latin typeface="Courier New" panose="02070309020205020404" pitchFamily="49" charset="0"/>
                          <a:cs typeface="Courier New" panose="02070309020205020404" pitchFamily="49" charset="0"/>
                        </a:rPr>
                        <a:t>git</a:t>
                      </a:r>
                      <a:r>
                        <a:rPr lang="it-IT" sz="1800" dirty="0">
                          <a:latin typeface="Courier New" panose="02070309020205020404" pitchFamily="49" charset="0"/>
                          <a:cs typeface="Courier New" panose="02070309020205020404" pitchFamily="49" charset="0"/>
                        </a:rPr>
                        <a:t> clone</a:t>
                      </a:r>
                      <a:endParaRPr lang="en-GB" dirty="0">
                        <a:latin typeface="Courier New" panose="02070309020205020404" pitchFamily="49" charset="0"/>
                        <a:cs typeface="Courier New" panose="02070309020205020404" pitchFamily="49"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dirty="0" err="1"/>
                        <a:t>initialize</a:t>
                      </a:r>
                      <a:r>
                        <a:rPr lang="it-IT" sz="1800" dirty="0"/>
                        <a:t> a new or </a:t>
                      </a:r>
                      <a:r>
                        <a:rPr lang="it-IT" sz="1800" dirty="0" err="1"/>
                        <a:t>existent</a:t>
                      </a:r>
                      <a:r>
                        <a:rPr lang="it-IT" sz="1800" dirty="0"/>
                        <a:t> repository </a:t>
                      </a:r>
                      <a:r>
                        <a:rPr lang="it-IT" sz="1800" dirty="0" err="1"/>
                        <a:t>locally</a:t>
                      </a:r>
                      <a:endParaRPr lang="it-IT" sz="1800" dirty="0">
                        <a:cs typeface="Courier New" panose="02070309020205020404" pitchFamily="49" charset="0"/>
                      </a:endParaRPr>
                    </a:p>
                  </a:txBody>
                  <a:tcPr/>
                </a:tc>
                <a:extLst>
                  <a:ext uri="{0D108BD9-81ED-4DB2-BD59-A6C34878D82A}">
                    <a16:rowId xmlns:a16="http://schemas.microsoft.com/office/drawing/2014/main" val="1963364488"/>
                  </a:ext>
                </a:extLst>
              </a:tr>
              <a:tr h="589784">
                <a:tc>
                  <a:txBody>
                    <a:bodyPr/>
                    <a:lstStyle/>
                    <a:p>
                      <a:r>
                        <a:rPr lang="it-IT" sz="1800" dirty="0" err="1">
                          <a:latin typeface="Courier New" panose="02070309020205020404" pitchFamily="49" charset="0"/>
                          <a:cs typeface="Courier New" panose="02070309020205020404" pitchFamily="49" charset="0"/>
                        </a:rPr>
                        <a:t>git</a:t>
                      </a:r>
                      <a:r>
                        <a:rPr lang="it-IT" sz="1800" dirty="0">
                          <a:latin typeface="Courier New" panose="02070309020205020404" pitchFamily="49" charset="0"/>
                          <a:cs typeface="Courier New" panose="02070309020205020404" pitchFamily="49" charset="0"/>
                        </a:rPr>
                        <a:t> status</a:t>
                      </a:r>
                      <a:endParaRPr lang="en-GB" dirty="0">
                        <a:latin typeface="Courier New" panose="02070309020205020404" pitchFamily="49" charset="0"/>
                        <a:cs typeface="Courier New" panose="02070309020205020404" pitchFamily="49"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dirty="0" err="1"/>
                        <a:t>Repo</a:t>
                      </a:r>
                      <a:r>
                        <a:rPr lang="it-IT" sz="1800" dirty="0"/>
                        <a:t> </a:t>
                      </a:r>
                      <a:r>
                        <a:rPr lang="it-IT" sz="1800" dirty="0" err="1"/>
                        <a:t>resum</a:t>
                      </a:r>
                      <a:r>
                        <a:rPr lang="it-IT" sz="1800" dirty="0"/>
                        <a:t> (</a:t>
                      </a:r>
                      <a:r>
                        <a:rPr lang="it-IT" sz="1800" dirty="0" err="1"/>
                        <a:t>untracked</a:t>
                      </a:r>
                      <a:r>
                        <a:rPr lang="it-IT" sz="1800" dirty="0"/>
                        <a:t> files, </a:t>
                      </a:r>
                      <a:r>
                        <a:rPr lang="it-IT" sz="1800" dirty="0" err="1"/>
                        <a:t>commits</a:t>
                      </a:r>
                      <a:r>
                        <a:rPr lang="it-IT" sz="1800" dirty="0"/>
                        <a:t>, etc.)</a:t>
                      </a:r>
                    </a:p>
                    <a:p>
                      <a:endParaRPr lang="en-GB" dirty="0"/>
                    </a:p>
                  </a:txBody>
                  <a:tcPr/>
                </a:tc>
                <a:extLst>
                  <a:ext uri="{0D108BD9-81ED-4DB2-BD59-A6C34878D82A}">
                    <a16:rowId xmlns:a16="http://schemas.microsoft.com/office/drawing/2014/main" val="1744363134"/>
                  </a:ext>
                </a:extLst>
              </a:tr>
              <a:tr h="589784">
                <a:tc>
                  <a:txBody>
                    <a:bodyPr/>
                    <a:lstStyle/>
                    <a:p>
                      <a:r>
                        <a:rPr lang="it-IT" sz="1800" dirty="0" err="1">
                          <a:latin typeface="Courier New" panose="02070309020205020404" pitchFamily="49" charset="0"/>
                          <a:cs typeface="Courier New" panose="02070309020205020404" pitchFamily="49" charset="0"/>
                        </a:rPr>
                        <a:t>git</a:t>
                      </a:r>
                      <a:r>
                        <a:rPr lang="it-IT" sz="1800" dirty="0">
                          <a:latin typeface="Courier New" panose="02070309020205020404" pitchFamily="49" charset="0"/>
                          <a:cs typeface="Courier New" panose="02070309020205020404" pitchFamily="49" charset="0"/>
                        </a:rPr>
                        <a:t> </a:t>
                      </a:r>
                      <a:r>
                        <a:rPr lang="it-IT" sz="1800" dirty="0" err="1">
                          <a:latin typeface="Courier New" panose="02070309020205020404" pitchFamily="49" charset="0"/>
                          <a:cs typeface="Courier New" panose="02070309020205020404" pitchFamily="49" charset="0"/>
                        </a:rPr>
                        <a:t>commit</a:t>
                      </a:r>
                      <a:r>
                        <a:rPr lang="it-IT" sz="1800" dirty="0">
                          <a:latin typeface="Courier New" panose="02070309020205020404" pitchFamily="49" charset="0"/>
                          <a:cs typeface="Courier New" panose="02070309020205020404" pitchFamily="49" charset="0"/>
                        </a:rPr>
                        <a:t> (–m)</a:t>
                      </a:r>
                      <a:endParaRPr lang="en-GB" dirty="0">
                        <a:latin typeface="Courier New" panose="02070309020205020404" pitchFamily="49" charset="0"/>
                        <a:cs typeface="Courier New" panose="02070309020205020404" pitchFamily="49"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dirty="0" err="1"/>
                        <a:t>commit</a:t>
                      </a:r>
                      <a:r>
                        <a:rPr lang="it-IT" sz="1800" dirty="0"/>
                        <a:t> </a:t>
                      </a:r>
                      <a:r>
                        <a:rPr lang="it-IT" sz="1800" dirty="0" err="1"/>
                        <a:t>changes</a:t>
                      </a:r>
                      <a:r>
                        <a:rPr lang="it-IT" sz="1800" dirty="0"/>
                        <a:t> to </a:t>
                      </a:r>
                      <a:r>
                        <a:rPr lang="it-IT" sz="1800" dirty="0" err="1"/>
                        <a:t>your</a:t>
                      </a:r>
                      <a:r>
                        <a:rPr lang="it-IT" sz="1800" dirty="0"/>
                        <a:t> </a:t>
                      </a:r>
                      <a:r>
                        <a:rPr lang="it-IT" sz="1800" dirty="0" err="1"/>
                        <a:t>local</a:t>
                      </a:r>
                      <a:r>
                        <a:rPr lang="it-IT" sz="1800" dirty="0"/>
                        <a:t> </a:t>
                      </a:r>
                      <a:r>
                        <a:rPr lang="it-IT" sz="1800" dirty="0" err="1"/>
                        <a:t>repo</a:t>
                      </a:r>
                      <a:r>
                        <a:rPr lang="it-IT" sz="1800" dirty="0"/>
                        <a:t> (</a:t>
                      </a:r>
                      <a:r>
                        <a:rPr lang="it-IT" sz="1800" dirty="0" err="1"/>
                        <a:t>save</a:t>
                      </a:r>
                      <a:r>
                        <a:rPr lang="it-IT" sz="1800" dirty="0"/>
                        <a:t> </a:t>
                      </a:r>
                      <a:r>
                        <a:rPr lang="it-IT" sz="1800" dirty="0" err="1"/>
                        <a:t>local</a:t>
                      </a:r>
                      <a:r>
                        <a:rPr lang="it-IT" sz="1800" dirty="0"/>
                        <a:t>)</a:t>
                      </a:r>
                    </a:p>
                    <a:p>
                      <a:endParaRPr lang="en-GB" dirty="0"/>
                    </a:p>
                  </a:txBody>
                  <a:tcPr/>
                </a:tc>
                <a:extLst>
                  <a:ext uri="{0D108BD9-81ED-4DB2-BD59-A6C34878D82A}">
                    <a16:rowId xmlns:a16="http://schemas.microsoft.com/office/drawing/2014/main" val="1157143087"/>
                  </a:ext>
                </a:extLst>
              </a:tr>
              <a:tr h="239190">
                <a:tc>
                  <a:txBody>
                    <a:bodyPr/>
                    <a:lstStyle/>
                    <a:p>
                      <a:r>
                        <a:rPr lang="it-IT" sz="1800" dirty="0" err="1">
                          <a:latin typeface="Courier New" panose="02070309020205020404" pitchFamily="49" charset="0"/>
                          <a:cs typeface="Courier New" panose="02070309020205020404" pitchFamily="49" charset="0"/>
                        </a:rPr>
                        <a:t>git</a:t>
                      </a:r>
                      <a:r>
                        <a:rPr lang="it-IT" sz="1800" dirty="0">
                          <a:latin typeface="Courier New" panose="02070309020205020404" pitchFamily="49" charset="0"/>
                          <a:cs typeface="Courier New" panose="02070309020205020404" pitchFamily="49" charset="0"/>
                        </a:rPr>
                        <a:t> </a:t>
                      </a:r>
                      <a:r>
                        <a:rPr lang="it-IT" sz="1800" dirty="0" err="1">
                          <a:latin typeface="Courier New" panose="02070309020205020404" pitchFamily="49" charset="0"/>
                          <a:cs typeface="Courier New" panose="02070309020205020404" pitchFamily="49" charset="0"/>
                        </a:rPr>
                        <a:t>add</a:t>
                      </a:r>
                      <a:endParaRPr lang="en-GB" dirty="0">
                        <a:latin typeface="Courier New" panose="02070309020205020404" pitchFamily="49" charset="0"/>
                        <a:cs typeface="Courier New" panose="02070309020205020404" pitchFamily="49" charset="0"/>
                      </a:endParaRPr>
                    </a:p>
                  </a:txBody>
                  <a:tcPr/>
                </a:tc>
                <a:tc>
                  <a:txBody>
                    <a:bodyPr/>
                    <a:lstStyle/>
                    <a:p>
                      <a:r>
                        <a:rPr lang="it-IT" sz="1800" dirty="0" err="1"/>
                        <a:t>add</a:t>
                      </a:r>
                      <a:r>
                        <a:rPr lang="it-IT" sz="1800" dirty="0"/>
                        <a:t> files to </a:t>
                      </a:r>
                      <a:r>
                        <a:rPr lang="it-IT" sz="1800" dirty="0" err="1"/>
                        <a:t>git</a:t>
                      </a:r>
                      <a:r>
                        <a:rPr lang="it-IT" sz="1800" dirty="0"/>
                        <a:t> tracking system </a:t>
                      </a:r>
                      <a:endParaRPr lang="en-GB" dirty="0"/>
                    </a:p>
                  </a:txBody>
                  <a:tcPr/>
                </a:tc>
                <a:extLst>
                  <a:ext uri="{0D108BD9-81ED-4DB2-BD59-A6C34878D82A}">
                    <a16:rowId xmlns:a16="http://schemas.microsoft.com/office/drawing/2014/main" val="113817654"/>
                  </a:ext>
                </a:extLst>
              </a:tr>
              <a:tr h="239190">
                <a:tc>
                  <a:txBody>
                    <a:bodyPr/>
                    <a:lstStyle/>
                    <a:p>
                      <a:r>
                        <a:rPr lang="it-IT" sz="1800" dirty="0" err="1">
                          <a:latin typeface="Courier New" panose="02070309020205020404" pitchFamily="49" charset="0"/>
                          <a:cs typeface="Courier New" panose="02070309020205020404" pitchFamily="49" charset="0"/>
                        </a:rPr>
                        <a:t>git</a:t>
                      </a:r>
                      <a:r>
                        <a:rPr lang="it-IT" sz="1800" dirty="0">
                          <a:latin typeface="Courier New" panose="02070309020205020404" pitchFamily="49" charset="0"/>
                          <a:cs typeface="Courier New" panose="02070309020205020404" pitchFamily="49" charset="0"/>
                        </a:rPr>
                        <a:t> </a:t>
                      </a:r>
                      <a:r>
                        <a:rPr lang="it-IT" sz="1800" dirty="0" err="1">
                          <a:latin typeface="Courier New" panose="02070309020205020404" pitchFamily="49" charset="0"/>
                          <a:cs typeface="Courier New" panose="02070309020205020404" pitchFamily="49" charset="0"/>
                        </a:rPr>
                        <a:t>push</a:t>
                      </a:r>
                      <a:endParaRPr lang="en-GB" dirty="0">
                        <a:latin typeface="Courier New" panose="02070309020205020404" pitchFamily="49" charset="0"/>
                        <a:cs typeface="Courier New" panose="02070309020205020404" pitchFamily="49" charset="0"/>
                      </a:endParaRPr>
                    </a:p>
                  </a:txBody>
                  <a:tcPr/>
                </a:tc>
                <a:tc>
                  <a:txBody>
                    <a:bodyPr/>
                    <a:lstStyle/>
                    <a:p>
                      <a:r>
                        <a:rPr lang="it-IT" sz="1800" dirty="0" err="1"/>
                        <a:t>push</a:t>
                      </a:r>
                      <a:r>
                        <a:rPr lang="it-IT" sz="1800" dirty="0"/>
                        <a:t> to remote </a:t>
                      </a:r>
                      <a:r>
                        <a:rPr lang="it-IT" sz="1800" dirty="0" err="1"/>
                        <a:t>branch</a:t>
                      </a:r>
                      <a:r>
                        <a:rPr lang="it-IT" sz="1800" dirty="0"/>
                        <a:t> (</a:t>
                      </a:r>
                      <a:r>
                        <a:rPr lang="it-IT" sz="1800" dirty="0" err="1"/>
                        <a:t>save</a:t>
                      </a:r>
                      <a:r>
                        <a:rPr lang="it-IT" sz="1800" dirty="0"/>
                        <a:t> remote)</a:t>
                      </a:r>
                      <a:endParaRPr lang="en-GB" dirty="0"/>
                    </a:p>
                  </a:txBody>
                  <a:tcPr/>
                </a:tc>
                <a:extLst>
                  <a:ext uri="{0D108BD9-81ED-4DB2-BD59-A6C34878D82A}">
                    <a16:rowId xmlns:a16="http://schemas.microsoft.com/office/drawing/2014/main" val="877418200"/>
                  </a:ext>
                </a:extLst>
              </a:tr>
              <a:tr h="412849">
                <a:tc>
                  <a:txBody>
                    <a:bodyPr/>
                    <a:lstStyle/>
                    <a:p>
                      <a:r>
                        <a:rPr lang="it-IT" sz="1800" dirty="0" err="1">
                          <a:latin typeface="Courier New" panose="02070309020205020404" pitchFamily="49" charset="0"/>
                          <a:cs typeface="Courier New" panose="02070309020205020404" pitchFamily="49" charset="0"/>
                        </a:rPr>
                        <a:t>git</a:t>
                      </a:r>
                      <a:r>
                        <a:rPr lang="it-IT" sz="1800" dirty="0">
                          <a:latin typeface="Courier New" panose="02070309020205020404" pitchFamily="49" charset="0"/>
                          <a:cs typeface="Courier New" panose="02070309020205020404" pitchFamily="49" charset="0"/>
                        </a:rPr>
                        <a:t> pull</a:t>
                      </a:r>
                      <a:endParaRPr lang="en-GB" dirty="0">
                        <a:latin typeface="Courier New" panose="02070309020205020404" pitchFamily="49" charset="0"/>
                        <a:cs typeface="Courier New" panose="02070309020205020404" pitchFamily="49" charset="0"/>
                      </a:endParaRPr>
                    </a:p>
                  </a:txBody>
                  <a:tcPr/>
                </a:tc>
                <a:tc>
                  <a:txBody>
                    <a:bodyPr/>
                    <a:lstStyle/>
                    <a:p>
                      <a:r>
                        <a:rPr lang="it-IT" sz="1800" dirty="0" err="1"/>
                        <a:t>sync</a:t>
                      </a:r>
                      <a:r>
                        <a:rPr lang="it-IT" sz="1800" dirty="0"/>
                        <a:t> and </a:t>
                      </a:r>
                      <a:r>
                        <a:rPr lang="it-IT" sz="1800" dirty="0" err="1"/>
                        <a:t>apply</a:t>
                      </a:r>
                      <a:r>
                        <a:rPr lang="it-IT" sz="1800" dirty="0"/>
                        <a:t> last remote </a:t>
                      </a:r>
                      <a:r>
                        <a:rPr lang="it-IT" sz="1800" dirty="0" err="1"/>
                        <a:t>version</a:t>
                      </a:r>
                      <a:r>
                        <a:rPr lang="it-IT" sz="1800" dirty="0"/>
                        <a:t> </a:t>
                      </a:r>
                      <a:r>
                        <a:rPr lang="it-IT" sz="1800" dirty="0" err="1"/>
                        <a:t>if</a:t>
                      </a:r>
                      <a:r>
                        <a:rPr lang="it-IT" sz="1800" dirty="0"/>
                        <a:t> </a:t>
                      </a:r>
                      <a:r>
                        <a:rPr lang="it-IT" sz="1800" dirty="0" err="1"/>
                        <a:t>possible</a:t>
                      </a:r>
                      <a:r>
                        <a:rPr lang="it-IT" sz="1800" dirty="0"/>
                        <a:t> (WILL NOT WORK IF AHEAD)</a:t>
                      </a:r>
                      <a:endParaRPr lang="en-GB" dirty="0">
                        <a:latin typeface="+mn-lt"/>
                      </a:endParaRPr>
                    </a:p>
                  </a:txBody>
                  <a:tcPr/>
                </a:tc>
                <a:extLst>
                  <a:ext uri="{0D108BD9-81ED-4DB2-BD59-A6C34878D82A}">
                    <a16:rowId xmlns:a16="http://schemas.microsoft.com/office/drawing/2014/main" val="3543340567"/>
                  </a:ext>
                </a:extLst>
              </a:tr>
              <a:tr h="412849">
                <a:tc>
                  <a:txBody>
                    <a:bodyPr/>
                    <a:lstStyle/>
                    <a:p>
                      <a:r>
                        <a:rPr lang="it-IT" sz="1800" dirty="0" err="1">
                          <a:latin typeface="Courier New" panose="02070309020205020404" pitchFamily="49" charset="0"/>
                          <a:cs typeface="Courier New" panose="02070309020205020404" pitchFamily="49" charset="0"/>
                        </a:rPr>
                        <a:t>git</a:t>
                      </a:r>
                      <a:r>
                        <a:rPr lang="it-IT" sz="1800" dirty="0">
                          <a:latin typeface="Courier New" panose="02070309020205020404" pitchFamily="49" charset="0"/>
                          <a:cs typeface="Courier New" panose="02070309020205020404" pitchFamily="49" charset="0"/>
                        </a:rPr>
                        <a:t> </a:t>
                      </a:r>
                      <a:r>
                        <a:rPr lang="it-IT" sz="1800" dirty="0" err="1">
                          <a:latin typeface="Courier New" panose="02070309020205020404" pitchFamily="49" charset="0"/>
                          <a:cs typeface="Courier New" panose="02070309020205020404" pitchFamily="49" charset="0"/>
                        </a:rPr>
                        <a:t>fetch</a:t>
                      </a:r>
                      <a:endParaRPr lang="en-GB" dirty="0">
                        <a:latin typeface="Courier New" panose="02070309020205020404" pitchFamily="49" charset="0"/>
                        <a:cs typeface="Courier New" panose="02070309020205020404" pitchFamily="49" charset="0"/>
                      </a:endParaRPr>
                    </a:p>
                  </a:txBody>
                  <a:tcPr/>
                </a:tc>
                <a:tc>
                  <a:txBody>
                    <a:bodyPr/>
                    <a:lstStyle/>
                    <a:p>
                      <a:r>
                        <a:rPr lang="it-IT" sz="1800" dirty="0" err="1"/>
                        <a:t>sync</a:t>
                      </a:r>
                      <a:r>
                        <a:rPr lang="it-IT" sz="1800" dirty="0"/>
                        <a:t> </a:t>
                      </a:r>
                      <a:r>
                        <a:rPr lang="it-IT" sz="1800" dirty="0" err="1"/>
                        <a:t>local</a:t>
                      </a:r>
                      <a:r>
                        <a:rPr lang="it-IT" sz="1800" dirty="0"/>
                        <a:t> with remote </a:t>
                      </a:r>
                      <a:r>
                        <a:rPr lang="it-IT" sz="1800" dirty="0" err="1"/>
                        <a:t>repo</a:t>
                      </a:r>
                      <a:r>
                        <a:rPr lang="it-IT" sz="1800" dirty="0"/>
                        <a:t> (update </a:t>
                      </a:r>
                      <a:r>
                        <a:rPr lang="it-IT" sz="1800" dirty="0" err="1"/>
                        <a:t>branches</a:t>
                      </a:r>
                      <a:r>
                        <a:rPr lang="it-IT" sz="1800" dirty="0"/>
                        <a:t>)</a:t>
                      </a:r>
                      <a:endParaRPr lang="en-GB" dirty="0">
                        <a:latin typeface="+mn-lt"/>
                      </a:endParaRPr>
                    </a:p>
                  </a:txBody>
                  <a:tcPr/>
                </a:tc>
                <a:extLst>
                  <a:ext uri="{0D108BD9-81ED-4DB2-BD59-A6C34878D82A}">
                    <a16:rowId xmlns:a16="http://schemas.microsoft.com/office/drawing/2014/main" val="818856331"/>
                  </a:ext>
                </a:extLst>
              </a:tr>
              <a:tr h="412849">
                <a:tc>
                  <a:txBody>
                    <a:bodyPr/>
                    <a:lstStyle/>
                    <a:p>
                      <a:r>
                        <a:rPr lang="it-IT" sz="1800" dirty="0" err="1">
                          <a:latin typeface="Courier New" panose="02070309020205020404" pitchFamily="49" charset="0"/>
                          <a:cs typeface="Courier New" panose="02070309020205020404" pitchFamily="49" charset="0"/>
                        </a:rPr>
                        <a:t>git</a:t>
                      </a:r>
                      <a:r>
                        <a:rPr lang="it-IT" sz="1800" dirty="0">
                          <a:latin typeface="Courier New" panose="02070309020205020404" pitchFamily="49" charset="0"/>
                          <a:cs typeface="Courier New" panose="02070309020205020404" pitchFamily="49" charset="0"/>
                        </a:rPr>
                        <a:t> diff</a:t>
                      </a:r>
                      <a:endParaRPr lang="en-GB" dirty="0">
                        <a:latin typeface="Courier New" panose="02070309020205020404" pitchFamily="49" charset="0"/>
                        <a:cs typeface="Courier New" panose="02070309020205020404" pitchFamily="49" charset="0"/>
                      </a:endParaRPr>
                    </a:p>
                  </a:txBody>
                  <a:tcPr/>
                </a:tc>
                <a:tc>
                  <a:txBody>
                    <a:bodyPr/>
                    <a:lstStyle/>
                    <a:p>
                      <a:r>
                        <a:rPr lang="it-IT" sz="1800" dirty="0" err="1"/>
                        <a:t>differences</a:t>
                      </a:r>
                      <a:r>
                        <a:rPr lang="it-IT" sz="1800" dirty="0"/>
                        <a:t> </a:t>
                      </a:r>
                      <a:r>
                        <a:rPr lang="it-IT" sz="1800" dirty="0" err="1"/>
                        <a:t>among</a:t>
                      </a:r>
                      <a:r>
                        <a:rPr lang="it-IT" sz="1800" dirty="0"/>
                        <a:t> </a:t>
                      </a:r>
                      <a:r>
                        <a:rPr lang="it-IT" sz="1800" dirty="0" err="1"/>
                        <a:t>working</a:t>
                      </a:r>
                      <a:r>
                        <a:rPr lang="it-IT" sz="1800" dirty="0"/>
                        <a:t> and </a:t>
                      </a:r>
                      <a:r>
                        <a:rPr lang="it-IT" sz="1800" dirty="0" err="1"/>
                        <a:t>committed</a:t>
                      </a:r>
                      <a:r>
                        <a:rPr lang="it-IT" sz="1800" dirty="0"/>
                        <a:t> files</a:t>
                      </a:r>
                      <a:endParaRPr lang="en-GB" dirty="0"/>
                    </a:p>
                  </a:txBody>
                  <a:tcPr/>
                </a:tc>
                <a:extLst>
                  <a:ext uri="{0D108BD9-81ED-4DB2-BD59-A6C34878D82A}">
                    <a16:rowId xmlns:a16="http://schemas.microsoft.com/office/drawing/2014/main" val="2078843040"/>
                  </a:ext>
                </a:extLst>
              </a:tr>
              <a:tr h="727400">
                <a:tc>
                  <a:txBody>
                    <a:bodyPr/>
                    <a:lstStyle/>
                    <a:p>
                      <a:r>
                        <a:rPr lang="it-IT" sz="1800" dirty="0" err="1">
                          <a:latin typeface="Courier New" panose="02070309020205020404" pitchFamily="49" charset="0"/>
                          <a:cs typeface="Courier New" panose="02070309020205020404" pitchFamily="49" charset="0"/>
                        </a:rPr>
                        <a:t>git</a:t>
                      </a:r>
                      <a:r>
                        <a:rPr lang="it-IT" sz="1800" dirty="0">
                          <a:latin typeface="Courier New" panose="02070309020205020404" pitchFamily="49" charset="0"/>
                          <a:cs typeface="Courier New" panose="02070309020205020404" pitchFamily="49" charset="0"/>
                        </a:rPr>
                        <a:t> checkout</a:t>
                      </a:r>
                      <a:endParaRPr lang="en-GB" dirty="0">
                        <a:latin typeface="Courier New" panose="02070309020205020404" pitchFamily="49" charset="0"/>
                        <a:cs typeface="Courier New" panose="02070309020205020404" pitchFamily="49" charset="0"/>
                      </a:endParaRPr>
                    </a:p>
                  </a:txBody>
                  <a:tcPr/>
                </a:tc>
                <a:tc>
                  <a:txBody>
                    <a:bodyPr/>
                    <a:lstStyle/>
                    <a:p>
                      <a:r>
                        <a:rPr lang="it-IT" sz="1800" dirty="0"/>
                        <a:t>reverse </a:t>
                      </a:r>
                      <a:r>
                        <a:rPr lang="it-IT" sz="1800" dirty="0" err="1"/>
                        <a:t>untracked</a:t>
                      </a:r>
                      <a:r>
                        <a:rPr lang="it-IT" sz="1800" dirty="0"/>
                        <a:t> </a:t>
                      </a:r>
                      <a:r>
                        <a:rPr lang="it-IT" sz="1800" dirty="0" err="1"/>
                        <a:t>changes</a:t>
                      </a:r>
                      <a:r>
                        <a:rPr lang="it-IT" sz="1800" dirty="0"/>
                        <a:t> to </a:t>
                      </a:r>
                      <a:r>
                        <a:rPr lang="it-IT" sz="1800" dirty="0" err="1"/>
                        <a:t>previous</a:t>
                      </a:r>
                      <a:r>
                        <a:rPr lang="it-IT" sz="1800" dirty="0"/>
                        <a:t> </a:t>
                      </a:r>
                      <a:r>
                        <a:rPr lang="it-IT" sz="1800" dirty="0" err="1"/>
                        <a:t>versions</a:t>
                      </a:r>
                      <a:endParaRPr lang="it-IT" sz="1800" dirty="0"/>
                    </a:p>
                    <a:p>
                      <a:pPr marL="0" indent="0">
                        <a:buNone/>
                      </a:pPr>
                      <a:endParaRPr lang="it-IT" sz="1400" dirty="0"/>
                    </a:p>
                    <a:p>
                      <a:endParaRPr lang="en-GB" dirty="0"/>
                    </a:p>
                  </a:txBody>
                  <a:tcPr/>
                </a:tc>
                <a:extLst>
                  <a:ext uri="{0D108BD9-81ED-4DB2-BD59-A6C34878D82A}">
                    <a16:rowId xmlns:a16="http://schemas.microsoft.com/office/drawing/2014/main" val="3221325127"/>
                  </a:ext>
                </a:extLst>
              </a:tr>
            </a:tbl>
          </a:graphicData>
        </a:graphic>
      </p:graphicFrame>
      <p:sp>
        <p:nvSpPr>
          <p:cNvPr id="8" name="Content Placeholder 7">
            <a:extLst>
              <a:ext uri="{FF2B5EF4-FFF2-40B4-BE49-F238E27FC236}">
                <a16:creationId xmlns:a16="http://schemas.microsoft.com/office/drawing/2014/main" id="{EFAE10B5-DEB6-4E67-9474-BD1A7E93DB4A}"/>
              </a:ext>
            </a:extLst>
          </p:cNvPr>
          <p:cNvSpPr>
            <a:spLocks noGrp="1"/>
          </p:cNvSpPr>
          <p:nvPr>
            <p:ph idx="1"/>
          </p:nvPr>
        </p:nvSpPr>
        <p:spPr>
          <a:xfrm>
            <a:off x="685799" y="5650329"/>
            <a:ext cx="11229975" cy="784225"/>
          </a:xfrm>
        </p:spPr>
        <p:txBody>
          <a:bodyPr>
            <a:normAutofit lnSpcReduction="10000"/>
          </a:bodyPr>
          <a:lstStyle/>
          <a:p>
            <a:r>
              <a:rPr lang="it-IT" b="1" i="1" dirty="0"/>
              <a:t>(</a:t>
            </a:r>
            <a:r>
              <a:rPr lang="it-IT" b="1" i="1" dirty="0" err="1"/>
              <a:t>Most</a:t>
            </a:r>
            <a:r>
              <a:rPr lang="it-IT" b="1" i="1" dirty="0"/>
              <a:t> text editors </a:t>
            </a:r>
            <a:r>
              <a:rPr lang="it-IT" b="1" i="1" dirty="0" err="1"/>
              <a:t>have</a:t>
            </a:r>
            <a:r>
              <a:rPr lang="it-IT" b="1" i="1" dirty="0"/>
              <a:t> </a:t>
            </a:r>
            <a:r>
              <a:rPr lang="it-IT" b="1" i="1" dirty="0" err="1"/>
              <a:t>these</a:t>
            </a:r>
            <a:r>
              <a:rPr lang="it-IT" b="1" i="1" dirty="0"/>
              <a:t> </a:t>
            </a:r>
            <a:r>
              <a:rPr lang="it-IT" b="1" i="1" dirty="0" err="1"/>
              <a:t>commands</a:t>
            </a:r>
            <a:r>
              <a:rPr lang="it-IT" b="1" i="1" dirty="0"/>
              <a:t> in a GUI i.e. </a:t>
            </a:r>
            <a:r>
              <a:rPr lang="it-IT" b="1" i="1" dirty="0" err="1"/>
              <a:t>PyCharm</a:t>
            </a:r>
            <a:r>
              <a:rPr lang="it-IT" b="1" i="1" dirty="0"/>
              <a:t>, Sublime…)</a:t>
            </a:r>
            <a:endParaRPr lang="en-GB" dirty="0"/>
          </a:p>
        </p:txBody>
      </p:sp>
    </p:spTree>
    <p:extLst>
      <p:ext uri="{BB962C8B-B14F-4D97-AF65-F5344CB8AC3E}">
        <p14:creationId xmlns:p14="http://schemas.microsoft.com/office/powerpoint/2010/main" val="28629040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65A57-9E12-4CD2-B689-AEFBD9B3E774}"/>
              </a:ext>
            </a:extLst>
          </p:cNvPr>
          <p:cNvSpPr>
            <a:spLocks noGrp="1"/>
          </p:cNvSpPr>
          <p:nvPr>
            <p:ph type="title"/>
          </p:nvPr>
        </p:nvSpPr>
        <p:spPr>
          <a:xfrm>
            <a:off x="838200" y="344486"/>
            <a:ext cx="10515600" cy="1325563"/>
          </a:xfrm>
        </p:spPr>
        <p:txBody>
          <a:bodyPr/>
          <a:lstStyle/>
          <a:p>
            <a:pPr algn="ctr"/>
            <a:r>
              <a:rPr lang="it-IT" b="1" dirty="0" err="1"/>
              <a:t>What</a:t>
            </a:r>
            <a:r>
              <a:rPr lang="it-IT" b="1" dirty="0"/>
              <a:t> a </a:t>
            </a:r>
            <a:r>
              <a:rPr lang="it-IT" b="1" dirty="0" err="1"/>
              <a:t>Git</a:t>
            </a:r>
            <a:r>
              <a:rPr lang="it-IT" b="1" dirty="0"/>
              <a:t> </a:t>
            </a:r>
            <a:r>
              <a:rPr lang="it-IT" b="1" dirty="0" err="1"/>
              <a:t>Repo</a:t>
            </a:r>
            <a:r>
              <a:rPr lang="it-IT" b="1" dirty="0"/>
              <a:t> MUST </a:t>
            </a:r>
            <a:r>
              <a:rPr lang="it-IT" b="1" dirty="0" err="1"/>
              <a:t>Contain</a:t>
            </a:r>
            <a:r>
              <a:rPr lang="it-IT" b="1" dirty="0"/>
              <a:t> and </a:t>
            </a:r>
            <a:r>
              <a:rPr lang="it-IT" b="1" dirty="0" err="1"/>
              <a:t>Whatnot</a:t>
            </a:r>
            <a:endParaRPr lang="en-GB" b="1" dirty="0"/>
          </a:p>
        </p:txBody>
      </p:sp>
      <p:sp>
        <p:nvSpPr>
          <p:cNvPr id="3" name="Content Placeholder 2">
            <a:extLst>
              <a:ext uri="{FF2B5EF4-FFF2-40B4-BE49-F238E27FC236}">
                <a16:creationId xmlns:a16="http://schemas.microsoft.com/office/drawing/2014/main" id="{8E3F8156-D3B8-4025-9801-8B0171919EF3}"/>
              </a:ext>
            </a:extLst>
          </p:cNvPr>
          <p:cNvSpPr>
            <a:spLocks noGrp="1"/>
          </p:cNvSpPr>
          <p:nvPr>
            <p:ph idx="1"/>
          </p:nvPr>
        </p:nvSpPr>
        <p:spPr>
          <a:xfrm>
            <a:off x="628650" y="1809749"/>
            <a:ext cx="5715000" cy="3690938"/>
          </a:xfrm>
        </p:spPr>
        <p:txBody>
          <a:bodyPr>
            <a:normAutofit/>
          </a:bodyPr>
          <a:lstStyle/>
          <a:p>
            <a:pPr marL="0" indent="0" algn="ctr">
              <a:buNone/>
            </a:pPr>
            <a:r>
              <a:rPr lang="it-IT" sz="4800" b="1" dirty="0">
                <a:solidFill>
                  <a:srgbClr val="00B050"/>
                </a:solidFill>
              </a:rPr>
              <a:t>Yes</a:t>
            </a:r>
          </a:p>
          <a:p>
            <a:r>
              <a:rPr lang="it-IT" dirty="0"/>
              <a:t>Code, text, scripts</a:t>
            </a:r>
          </a:p>
          <a:p>
            <a:r>
              <a:rPr lang="it-IT" dirty="0"/>
              <a:t>Informative README.md</a:t>
            </a:r>
          </a:p>
          <a:p>
            <a:r>
              <a:rPr lang="it-IT" dirty="0"/>
              <a:t>«Good» </a:t>
            </a:r>
            <a:r>
              <a:rPr lang="it-IT" dirty="0" err="1"/>
              <a:t>commits</a:t>
            </a:r>
            <a:r>
              <a:rPr lang="it-IT" dirty="0"/>
              <a:t> (</a:t>
            </a:r>
            <a:r>
              <a:rPr lang="it-IT" dirty="0" err="1"/>
              <a:t>see</a:t>
            </a:r>
            <a:r>
              <a:rPr lang="it-IT" dirty="0"/>
              <a:t> </a:t>
            </a:r>
            <a:r>
              <a:rPr lang="it-IT" dirty="0" err="1"/>
              <a:t>next</a:t>
            </a:r>
            <a:r>
              <a:rPr lang="it-IT" dirty="0"/>
              <a:t>)</a:t>
            </a:r>
          </a:p>
          <a:p>
            <a:r>
              <a:rPr lang="it-IT" dirty="0" err="1"/>
              <a:t>Documentation</a:t>
            </a:r>
            <a:r>
              <a:rPr lang="it-IT" dirty="0"/>
              <a:t> (</a:t>
            </a:r>
            <a:r>
              <a:rPr lang="it-IT" dirty="0" err="1"/>
              <a:t>comments</a:t>
            </a:r>
            <a:r>
              <a:rPr lang="it-IT" dirty="0"/>
              <a:t>, </a:t>
            </a:r>
            <a:r>
              <a:rPr lang="it-IT" dirty="0" err="1"/>
              <a:t>vignettes</a:t>
            </a:r>
            <a:r>
              <a:rPr lang="it-IT" dirty="0"/>
              <a:t>)</a:t>
            </a:r>
          </a:p>
          <a:p>
            <a:r>
              <a:rPr lang="it-IT" dirty="0"/>
              <a:t>Informative </a:t>
            </a:r>
            <a:r>
              <a:rPr lang="it-IT" dirty="0" err="1"/>
              <a:t>branch</a:t>
            </a:r>
            <a:r>
              <a:rPr lang="it-IT" dirty="0"/>
              <a:t> names</a:t>
            </a:r>
          </a:p>
        </p:txBody>
      </p:sp>
      <p:sp>
        <p:nvSpPr>
          <p:cNvPr id="4" name="Date Placeholder 3">
            <a:extLst>
              <a:ext uri="{FF2B5EF4-FFF2-40B4-BE49-F238E27FC236}">
                <a16:creationId xmlns:a16="http://schemas.microsoft.com/office/drawing/2014/main" id="{6C8DEFD5-3741-41C4-AEAD-17CB64EEBEDF}"/>
              </a:ext>
            </a:extLst>
          </p:cNvPr>
          <p:cNvSpPr>
            <a:spLocks noGrp="1"/>
          </p:cNvSpPr>
          <p:nvPr>
            <p:ph type="dt" sz="half" idx="10"/>
          </p:nvPr>
        </p:nvSpPr>
        <p:spPr/>
        <p:txBody>
          <a:bodyPr/>
          <a:lstStyle/>
          <a:p>
            <a:fld id="{615DC437-A0DD-46F5-9201-CD90B91D6AA7}" type="datetime1">
              <a:rPr lang="en-GB" smtClean="0"/>
              <a:t>13/10/2019</a:t>
            </a:fld>
            <a:endParaRPr lang="en-GB"/>
          </a:p>
        </p:txBody>
      </p:sp>
      <p:sp>
        <p:nvSpPr>
          <p:cNvPr id="5" name="Slide Number Placeholder 4">
            <a:extLst>
              <a:ext uri="{FF2B5EF4-FFF2-40B4-BE49-F238E27FC236}">
                <a16:creationId xmlns:a16="http://schemas.microsoft.com/office/drawing/2014/main" id="{2AC8A529-2EA0-426C-A2A9-A91F2C539A16}"/>
              </a:ext>
            </a:extLst>
          </p:cNvPr>
          <p:cNvSpPr>
            <a:spLocks noGrp="1"/>
          </p:cNvSpPr>
          <p:nvPr>
            <p:ph type="sldNum" sz="quarter" idx="12"/>
          </p:nvPr>
        </p:nvSpPr>
        <p:spPr/>
        <p:txBody>
          <a:bodyPr/>
          <a:lstStyle/>
          <a:p>
            <a:fld id="{731D6CA2-A9CD-4971-ABC0-FCCACEAFD435}" type="slidenum">
              <a:rPr lang="en-GB" smtClean="0"/>
              <a:t>19</a:t>
            </a:fld>
            <a:endParaRPr lang="en-GB"/>
          </a:p>
        </p:txBody>
      </p:sp>
      <p:sp>
        <p:nvSpPr>
          <p:cNvPr id="6" name="Content Placeholder 2">
            <a:extLst>
              <a:ext uri="{FF2B5EF4-FFF2-40B4-BE49-F238E27FC236}">
                <a16:creationId xmlns:a16="http://schemas.microsoft.com/office/drawing/2014/main" id="{DD3840FB-3101-433C-8068-D53CD4C13599}"/>
              </a:ext>
            </a:extLst>
          </p:cNvPr>
          <p:cNvSpPr txBox="1">
            <a:spLocks/>
          </p:cNvSpPr>
          <p:nvPr/>
        </p:nvSpPr>
        <p:spPr>
          <a:xfrm>
            <a:off x="6457950" y="2105818"/>
            <a:ext cx="5305425" cy="38147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it-IT" sz="4800" b="1" dirty="0">
                <a:solidFill>
                  <a:srgbClr val="FF0000"/>
                </a:solidFill>
              </a:rPr>
              <a:t>No</a:t>
            </a:r>
          </a:p>
          <a:p>
            <a:r>
              <a:rPr lang="it-IT" dirty="0" err="1"/>
              <a:t>Temporary</a:t>
            </a:r>
            <a:r>
              <a:rPr lang="it-IT" dirty="0"/>
              <a:t> file, logs (use </a:t>
            </a:r>
            <a:r>
              <a:rPr lang="it-IT" dirty="0">
                <a:latin typeface="Courier New" panose="02070309020205020404" pitchFamily="49" charset="0"/>
                <a:cs typeface="Courier New" panose="02070309020205020404" pitchFamily="49" charset="0"/>
              </a:rPr>
              <a:t>.</a:t>
            </a:r>
            <a:r>
              <a:rPr lang="it-IT" dirty="0" err="1">
                <a:latin typeface="Courier New" panose="02070309020205020404" pitchFamily="49" charset="0"/>
                <a:cs typeface="Courier New" panose="02070309020205020404" pitchFamily="49" charset="0"/>
              </a:rPr>
              <a:t>gitgnore</a:t>
            </a:r>
            <a:r>
              <a:rPr lang="it-IT" dirty="0"/>
              <a:t>!)</a:t>
            </a:r>
          </a:p>
          <a:p>
            <a:r>
              <a:rPr lang="it-IT" dirty="0"/>
              <a:t>Big (and </a:t>
            </a:r>
            <a:r>
              <a:rPr lang="it-IT" dirty="0" err="1"/>
              <a:t>immutable</a:t>
            </a:r>
            <a:r>
              <a:rPr lang="it-IT" dirty="0"/>
              <a:t>) Files (use </a:t>
            </a:r>
            <a:r>
              <a:rPr lang="it-IT" dirty="0" err="1"/>
              <a:t>Git</a:t>
            </a:r>
            <a:r>
              <a:rPr lang="it-IT" dirty="0"/>
              <a:t> LFS for </a:t>
            </a:r>
            <a:r>
              <a:rPr lang="it-IT" dirty="0" err="1"/>
              <a:t>that</a:t>
            </a:r>
            <a:r>
              <a:rPr lang="it-IT" dirty="0"/>
              <a:t>)</a:t>
            </a:r>
          </a:p>
          <a:p>
            <a:r>
              <a:rPr lang="it-IT" dirty="0" err="1"/>
              <a:t>Inintelligibles</a:t>
            </a:r>
            <a:r>
              <a:rPr lang="it-IT" dirty="0"/>
              <a:t> </a:t>
            </a:r>
            <a:r>
              <a:rPr lang="it-IT" dirty="0" err="1"/>
              <a:t>branch</a:t>
            </a:r>
            <a:r>
              <a:rPr lang="it-IT" dirty="0"/>
              <a:t> names (no </a:t>
            </a:r>
            <a:r>
              <a:rPr lang="it-IT" dirty="0">
                <a:latin typeface="Courier New" panose="02070309020205020404" pitchFamily="49" charset="0"/>
                <a:cs typeface="Courier New" panose="02070309020205020404" pitchFamily="49" charset="0"/>
              </a:rPr>
              <a:t>pippo</a:t>
            </a:r>
            <a:r>
              <a:rPr lang="it-IT" dirty="0"/>
              <a:t> </a:t>
            </a:r>
            <a:r>
              <a:rPr lang="it-IT" dirty="0" err="1"/>
              <a:t>allowed</a:t>
            </a:r>
            <a:r>
              <a:rPr lang="it-IT" dirty="0"/>
              <a:t>)</a:t>
            </a:r>
          </a:p>
          <a:p>
            <a:endParaRPr lang="it-IT" dirty="0"/>
          </a:p>
        </p:txBody>
      </p:sp>
    </p:spTree>
    <p:extLst>
      <p:ext uri="{BB962C8B-B14F-4D97-AF65-F5344CB8AC3E}">
        <p14:creationId xmlns:p14="http://schemas.microsoft.com/office/powerpoint/2010/main" val="31196976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82F3D-A37F-4A91-8BDE-995FBD59C78B}"/>
              </a:ext>
            </a:extLst>
          </p:cNvPr>
          <p:cNvSpPr>
            <a:spLocks noGrp="1"/>
          </p:cNvSpPr>
          <p:nvPr>
            <p:ph type="title"/>
          </p:nvPr>
        </p:nvSpPr>
        <p:spPr>
          <a:xfrm>
            <a:off x="695325" y="50800"/>
            <a:ext cx="10515600" cy="1325563"/>
          </a:xfrm>
        </p:spPr>
        <p:txBody>
          <a:bodyPr/>
          <a:lstStyle/>
          <a:p>
            <a:pPr algn="ctr"/>
            <a:r>
              <a:rPr lang="it-IT" b="1" dirty="0"/>
              <a:t>Good </a:t>
            </a:r>
            <a:r>
              <a:rPr lang="it-IT" b="1" dirty="0" err="1"/>
              <a:t>Practices</a:t>
            </a:r>
            <a:endParaRPr lang="en-GB" b="1" dirty="0"/>
          </a:p>
        </p:txBody>
      </p:sp>
      <p:pic>
        <p:nvPicPr>
          <p:cNvPr id="7" name="Content Placeholder 6">
            <a:extLst>
              <a:ext uri="{FF2B5EF4-FFF2-40B4-BE49-F238E27FC236}">
                <a16:creationId xmlns:a16="http://schemas.microsoft.com/office/drawing/2014/main" id="{3AC3549B-4B4D-4973-AF76-45EF2C518F3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86352" y="1152453"/>
            <a:ext cx="6516055" cy="4553093"/>
          </a:xfrm>
        </p:spPr>
      </p:pic>
      <p:sp>
        <p:nvSpPr>
          <p:cNvPr id="4" name="Date Placeholder 3">
            <a:extLst>
              <a:ext uri="{FF2B5EF4-FFF2-40B4-BE49-F238E27FC236}">
                <a16:creationId xmlns:a16="http://schemas.microsoft.com/office/drawing/2014/main" id="{BA801682-9016-42A6-AFAA-1625DED13791}"/>
              </a:ext>
            </a:extLst>
          </p:cNvPr>
          <p:cNvSpPr>
            <a:spLocks noGrp="1"/>
          </p:cNvSpPr>
          <p:nvPr>
            <p:ph type="dt" sz="half" idx="10"/>
          </p:nvPr>
        </p:nvSpPr>
        <p:spPr/>
        <p:txBody>
          <a:bodyPr/>
          <a:lstStyle/>
          <a:p>
            <a:fld id="{615DC437-A0DD-46F5-9201-CD90B91D6AA7}" type="datetime1">
              <a:rPr lang="en-GB" smtClean="0"/>
              <a:t>14/10/2019</a:t>
            </a:fld>
            <a:endParaRPr lang="en-GB"/>
          </a:p>
        </p:txBody>
      </p:sp>
      <p:sp>
        <p:nvSpPr>
          <p:cNvPr id="5" name="Slide Number Placeholder 4">
            <a:extLst>
              <a:ext uri="{FF2B5EF4-FFF2-40B4-BE49-F238E27FC236}">
                <a16:creationId xmlns:a16="http://schemas.microsoft.com/office/drawing/2014/main" id="{45D84707-6474-42FC-A8FA-DFAA78B9D3A5}"/>
              </a:ext>
            </a:extLst>
          </p:cNvPr>
          <p:cNvSpPr>
            <a:spLocks noGrp="1"/>
          </p:cNvSpPr>
          <p:nvPr>
            <p:ph type="sldNum" sz="quarter" idx="12"/>
          </p:nvPr>
        </p:nvSpPr>
        <p:spPr/>
        <p:txBody>
          <a:bodyPr/>
          <a:lstStyle/>
          <a:p>
            <a:fld id="{731D6CA2-A9CD-4971-ABC0-FCCACEAFD435}" type="slidenum">
              <a:rPr lang="en-GB" smtClean="0"/>
              <a:t>20</a:t>
            </a:fld>
            <a:endParaRPr lang="en-GB"/>
          </a:p>
        </p:txBody>
      </p:sp>
      <p:sp>
        <p:nvSpPr>
          <p:cNvPr id="8" name="TextBox 7">
            <a:extLst>
              <a:ext uri="{FF2B5EF4-FFF2-40B4-BE49-F238E27FC236}">
                <a16:creationId xmlns:a16="http://schemas.microsoft.com/office/drawing/2014/main" id="{38361664-2793-4922-BAC6-99BBB4912735}"/>
              </a:ext>
            </a:extLst>
          </p:cNvPr>
          <p:cNvSpPr txBox="1"/>
          <p:nvPr/>
        </p:nvSpPr>
        <p:spPr>
          <a:xfrm>
            <a:off x="589593" y="1152453"/>
            <a:ext cx="4248152" cy="4893647"/>
          </a:xfrm>
          <a:prstGeom prst="rect">
            <a:avLst/>
          </a:prstGeom>
          <a:noFill/>
        </p:spPr>
        <p:txBody>
          <a:bodyPr wrap="square" rtlCol="0">
            <a:spAutoFit/>
          </a:bodyPr>
          <a:lstStyle/>
          <a:p>
            <a:pPr algn="just"/>
            <a:r>
              <a:rPr lang="it-IT" sz="2400" b="1" dirty="0" err="1">
                <a:latin typeface="Courier New" panose="02070309020205020404" pitchFamily="49" charset="0"/>
                <a:cs typeface="Courier New" panose="02070309020205020404" pitchFamily="49" charset="0"/>
              </a:rPr>
              <a:t>git</a:t>
            </a:r>
            <a:r>
              <a:rPr lang="it-IT" sz="2400" b="1" dirty="0">
                <a:latin typeface="Courier New" panose="02070309020205020404" pitchFamily="49" charset="0"/>
                <a:cs typeface="Courier New" panose="02070309020205020404" pitchFamily="49" charset="0"/>
              </a:rPr>
              <a:t> pull</a:t>
            </a:r>
            <a:r>
              <a:rPr lang="it-IT" sz="2400" b="1" dirty="0"/>
              <a:t> </a:t>
            </a:r>
            <a:r>
              <a:rPr lang="it-IT" sz="2400" dirty="0" err="1"/>
              <a:t>before</a:t>
            </a:r>
            <a:r>
              <a:rPr lang="it-IT" sz="2400" dirty="0"/>
              <a:t> </a:t>
            </a:r>
            <a:r>
              <a:rPr lang="it-IT" sz="2400" dirty="0" err="1"/>
              <a:t>morning</a:t>
            </a:r>
            <a:r>
              <a:rPr lang="it-IT" sz="2400" dirty="0"/>
              <a:t> coffee</a:t>
            </a:r>
          </a:p>
          <a:p>
            <a:pPr algn="just"/>
            <a:endParaRPr lang="it-IT" sz="2400" dirty="0"/>
          </a:p>
          <a:p>
            <a:pPr algn="just"/>
            <a:r>
              <a:rPr lang="it-IT" sz="2400" b="1" dirty="0" err="1">
                <a:latin typeface="Courier New" panose="02070309020205020404" pitchFamily="49" charset="0"/>
                <a:cs typeface="Courier New" panose="02070309020205020404" pitchFamily="49" charset="0"/>
              </a:rPr>
              <a:t>git</a:t>
            </a:r>
            <a:r>
              <a:rPr lang="it-IT" sz="2400" b="1" dirty="0">
                <a:latin typeface="Courier New" panose="02070309020205020404" pitchFamily="49" charset="0"/>
                <a:cs typeface="Courier New" panose="02070309020205020404" pitchFamily="49" charset="0"/>
              </a:rPr>
              <a:t> </a:t>
            </a:r>
            <a:r>
              <a:rPr lang="it-IT" sz="2400" b="1" dirty="0" err="1">
                <a:latin typeface="Courier New" panose="02070309020205020404" pitchFamily="49" charset="0"/>
                <a:cs typeface="Courier New" panose="02070309020205020404" pitchFamily="49" charset="0"/>
              </a:rPr>
              <a:t>commit</a:t>
            </a:r>
            <a:r>
              <a:rPr lang="it-IT" sz="2400" b="1" dirty="0">
                <a:latin typeface="Courier New" panose="02070309020205020404" pitchFamily="49" charset="0"/>
                <a:cs typeface="Courier New" panose="02070309020205020404" pitchFamily="49" charset="0"/>
              </a:rPr>
              <a:t> &amp;&amp; </a:t>
            </a:r>
            <a:r>
              <a:rPr lang="it-IT" sz="2400" b="1" dirty="0" err="1">
                <a:latin typeface="Courier New" panose="02070309020205020404" pitchFamily="49" charset="0"/>
                <a:cs typeface="Courier New" panose="02070309020205020404" pitchFamily="49" charset="0"/>
              </a:rPr>
              <a:t>git</a:t>
            </a:r>
            <a:r>
              <a:rPr lang="it-IT" sz="2400" b="1" dirty="0">
                <a:latin typeface="Courier New" panose="02070309020205020404" pitchFamily="49" charset="0"/>
                <a:cs typeface="Courier New" panose="02070309020205020404" pitchFamily="49" charset="0"/>
              </a:rPr>
              <a:t> </a:t>
            </a:r>
            <a:r>
              <a:rPr lang="it-IT" sz="2400" b="1" dirty="0" err="1">
                <a:latin typeface="Courier New" panose="02070309020205020404" pitchFamily="49" charset="0"/>
                <a:cs typeface="Courier New" panose="02070309020205020404" pitchFamily="49" charset="0"/>
              </a:rPr>
              <a:t>push</a:t>
            </a:r>
            <a:r>
              <a:rPr lang="it-IT" sz="2400" b="1" dirty="0">
                <a:latin typeface="Courier New" panose="02070309020205020404" pitchFamily="49" charset="0"/>
                <a:cs typeface="Courier New" panose="02070309020205020404" pitchFamily="49" charset="0"/>
              </a:rPr>
              <a:t> </a:t>
            </a:r>
            <a:r>
              <a:rPr lang="it-IT" sz="2400" dirty="0" err="1">
                <a:cs typeface="Courier New" panose="02070309020205020404" pitchFamily="49" charset="0"/>
              </a:rPr>
              <a:t>before</a:t>
            </a:r>
            <a:r>
              <a:rPr lang="it-IT" sz="2400" dirty="0">
                <a:cs typeface="Courier New" panose="02070309020205020404" pitchFamily="49" charset="0"/>
              </a:rPr>
              <a:t> </a:t>
            </a:r>
            <a:r>
              <a:rPr lang="it-IT" sz="2400" dirty="0" err="1">
                <a:cs typeface="Courier New" panose="02070309020205020404" pitchFamily="49" charset="0"/>
              </a:rPr>
              <a:t>leaving</a:t>
            </a:r>
            <a:r>
              <a:rPr lang="it-IT" sz="2400" dirty="0">
                <a:cs typeface="Courier New" panose="02070309020205020404" pitchFamily="49" charset="0"/>
              </a:rPr>
              <a:t> the office</a:t>
            </a:r>
            <a:endParaRPr lang="en-GB" sz="2400" dirty="0"/>
          </a:p>
          <a:p>
            <a:pPr algn="just"/>
            <a:endParaRPr lang="it-IT" sz="2400" dirty="0"/>
          </a:p>
          <a:p>
            <a:pPr algn="just"/>
            <a:r>
              <a:rPr lang="it-IT" sz="2400" b="1" dirty="0" err="1">
                <a:latin typeface="Courier New" panose="02070309020205020404" pitchFamily="49" charset="0"/>
                <a:cs typeface="Courier New" panose="02070309020205020404" pitchFamily="49" charset="0"/>
              </a:rPr>
              <a:t>Fork</a:t>
            </a:r>
            <a:r>
              <a:rPr lang="it-IT" sz="2400" dirty="0"/>
              <a:t> </a:t>
            </a:r>
            <a:r>
              <a:rPr lang="it-IT" sz="2400" dirty="0" err="1"/>
              <a:t>every</a:t>
            </a:r>
            <a:r>
              <a:rPr lang="it-IT" sz="2400" dirty="0"/>
              <a:t> </a:t>
            </a:r>
            <a:r>
              <a:rPr lang="it-IT" sz="2400" dirty="0" err="1"/>
              <a:t>substantial</a:t>
            </a:r>
            <a:r>
              <a:rPr lang="it-IT" sz="2400" dirty="0"/>
              <a:t> </a:t>
            </a:r>
            <a:r>
              <a:rPr lang="it-IT" sz="2400" dirty="0" err="1"/>
              <a:t>change</a:t>
            </a:r>
            <a:r>
              <a:rPr lang="it-IT" sz="2400" dirty="0"/>
              <a:t> (</a:t>
            </a:r>
            <a:r>
              <a:rPr lang="it-IT" sz="2400" dirty="0" err="1"/>
              <a:t>even</a:t>
            </a:r>
            <a:r>
              <a:rPr lang="it-IT" sz="2400" dirty="0"/>
              <a:t> minor)</a:t>
            </a:r>
          </a:p>
          <a:p>
            <a:pPr algn="just"/>
            <a:endParaRPr lang="it-IT" sz="2400" dirty="0"/>
          </a:p>
          <a:p>
            <a:pPr algn="just"/>
            <a:r>
              <a:rPr lang="it-IT" sz="2400" b="1" dirty="0">
                <a:latin typeface="Courier New" panose="02070309020205020404" pitchFamily="49" charset="0"/>
                <a:cs typeface="Courier New" panose="02070309020205020404" pitchFamily="49" charset="0"/>
              </a:rPr>
              <a:t>master</a:t>
            </a:r>
            <a:r>
              <a:rPr lang="it-IT" sz="2400" dirty="0">
                <a:latin typeface="Courier New" panose="02070309020205020404" pitchFamily="49" charset="0"/>
                <a:cs typeface="Courier New" panose="02070309020205020404" pitchFamily="49" charset="0"/>
              </a:rPr>
              <a:t> </a:t>
            </a:r>
            <a:r>
              <a:rPr lang="it-IT" sz="2400" dirty="0" err="1">
                <a:cs typeface="Courier New" panose="02070309020205020404" pitchFamily="49" charset="0"/>
              </a:rPr>
              <a:t>branch</a:t>
            </a:r>
            <a:r>
              <a:rPr lang="it-IT" sz="2400" dirty="0">
                <a:cs typeface="Courier New" panose="02070309020205020404" pitchFamily="49" charset="0"/>
              </a:rPr>
              <a:t> </a:t>
            </a:r>
            <a:r>
              <a:rPr lang="it-IT" sz="2400" dirty="0" err="1">
                <a:cs typeface="Courier New" panose="02070309020205020404" pitchFamily="49" charset="0"/>
              </a:rPr>
              <a:t>should</a:t>
            </a:r>
            <a:r>
              <a:rPr lang="it-IT" sz="2400" dirty="0">
                <a:cs typeface="Courier New" panose="02070309020205020404" pitchFamily="49" charset="0"/>
              </a:rPr>
              <a:t> </a:t>
            </a:r>
            <a:r>
              <a:rPr lang="it-IT" sz="2400" dirty="0" err="1">
                <a:cs typeface="Courier New" panose="02070309020205020404" pitchFamily="49" charset="0"/>
              </a:rPr>
              <a:t>always</a:t>
            </a:r>
            <a:r>
              <a:rPr lang="it-IT" sz="2400" dirty="0">
                <a:cs typeface="Courier New" panose="02070309020205020404" pitchFamily="49" charset="0"/>
              </a:rPr>
              <a:t> work</a:t>
            </a:r>
            <a:r>
              <a:rPr lang="it-IT" sz="2400" dirty="0"/>
              <a:t>  and be </a:t>
            </a:r>
            <a:r>
              <a:rPr lang="it-IT" sz="2400" dirty="0" err="1"/>
              <a:t>separated</a:t>
            </a:r>
            <a:r>
              <a:rPr lang="it-IT" sz="2400" dirty="0"/>
              <a:t> from </a:t>
            </a:r>
            <a:r>
              <a:rPr lang="it-IT" sz="2400" dirty="0" err="1"/>
              <a:t>your</a:t>
            </a:r>
            <a:r>
              <a:rPr lang="it-IT" sz="2400" dirty="0"/>
              <a:t> </a:t>
            </a:r>
            <a:r>
              <a:rPr lang="it-IT" sz="2400" dirty="0" err="1"/>
              <a:t>dev</a:t>
            </a:r>
            <a:r>
              <a:rPr lang="it-IT" sz="2400" dirty="0"/>
              <a:t> </a:t>
            </a:r>
            <a:r>
              <a:rPr lang="it-IT" sz="2400" dirty="0" err="1"/>
              <a:t>branch</a:t>
            </a:r>
            <a:endParaRPr lang="it-IT" sz="2400" dirty="0"/>
          </a:p>
          <a:p>
            <a:endParaRPr lang="it-IT" sz="2400" dirty="0"/>
          </a:p>
        </p:txBody>
      </p:sp>
    </p:spTree>
    <p:extLst>
      <p:ext uri="{BB962C8B-B14F-4D97-AF65-F5344CB8AC3E}">
        <p14:creationId xmlns:p14="http://schemas.microsoft.com/office/powerpoint/2010/main" val="3076209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0CD7D-5348-4039-AA19-40637F2183A2}"/>
              </a:ext>
            </a:extLst>
          </p:cNvPr>
          <p:cNvSpPr>
            <a:spLocks noGrp="1"/>
          </p:cNvSpPr>
          <p:nvPr>
            <p:ph type="title"/>
          </p:nvPr>
        </p:nvSpPr>
        <p:spPr/>
        <p:txBody>
          <a:bodyPr/>
          <a:lstStyle/>
          <a:p>
            <a:pPr algn="ctr"/>
            <a:r>
              <a:rPr lang="it-IT" b="1" dirty="0" err="1"/>
              <a:t>Git</a:t>
            </a:r>
            <a:r>
              <a:rPr lang="it-IT" b="1" dirty="0"/>
              <a:t> </a:t>
            </a:r>
            <a:r>
              <a:rPr lang="it-IT" b="1" dirty="0" err="1"/>
              <a:t>Commit</a:t>
            </a:r>
            <a:r>
              <a:rPr lang="it-IT" b="1" dirty="0"/>
              <a:t> </a:t>
            </a:r>
            <a:r>
              <a:rPr lang="it-IT" b="1" dirty="0" err="1"/>
              <a:t>Practices</a:t>
            </a:r>
            <a:r>
              <a:rPr lang="it-IT" b="1" dirty="0"/>
              <a:t>	</a:t>
            </a:r>
            <a:endParaRPr lang="en-GB" b="1" dirty="0"/>
          </a:p>
        </p:txBody>
      </p:sp>
      <p:sp>
        <p:nvSpPr>
          <p:cNvPr id="3" name="Content Placeholder 2">
            <a:extLst>
              <a:ext uri="{FF2B5EF4-FFF2-40B4-BE49-F238E27FC236}">
                <a16:creationId xmlns:a16="http://schemas.microsoft.com/office/drawing/2014/main" id="{872F4A3C-2094-4105-A4A4-DC4C25AAA770}"/>
              </a:ext>
            </a:extLst>
          </p:cNvPr>
          <p:cNvSpPr>
            <a:spLocks noGrp="1"/>
          </p:cNvSpPr>
          <p:nvPr>
            <p:ph idx="1"/>
          </p:nvPr>
        </p:nvSpPr>
        <p:spPr>
          <a:xfrm>
            <a:off x="3154680" y="1690688"/>
            <a:ext cx="5882640" cy="595311"/>
          </a:xfrm>
        </p:spPr>
        <p:txBody>
          <a:bodyPr/>
          <a:lstStyle/>
          <a:p>
            <a:pPr marL="0" indent="0">
              <a:buNone/>
            </a:pPr>
            <a:r>
              <a:rPr lang="en-GB" dirty="0">
                <a:hlinkClick r:id="rId2"/>
              </a:rPr>
              <a:t>http://starlogs.net/#tidyverse/ggplot2</a:t>
            </a:r>
            <a:endParaRPr lang="en-GB" dirty="0"/>
          </a:p>
        </p:txBody>
      </p:sp>
      <p:sp>
        <p:nvSpPr>
          <p:cNvPr id="4" name="Date Placeholder 3">
            <a:extLst>
              <a:ext uri="{FF2B5EF4-FFF2-40B4-BE49-F238E27FC236}">
                <a16:creationId xmlns:a16="http://schemas.microsoft.com/office/drawing/2014/main" id="{31AF924B-9668-41AC-8373-C5AF0A9FF26A}"/>
              </a:ext>
            </a:extLst>
          </p:cNvPr>
          <p:cNvSpPr>
            <a:spLocks noGrp="1"/>
          </p:cNvSpPr>
          <p:nvPr>
            <p:ph type="dt" sz="half" idx="10"/>
          </p:nvPr>
        </p:nvSpPr>
        <p:spPr/>
        <p:txBody>
          <a:bodyPr/>
          <a:lstStyle/>
          <a:p>
            <a:fld id="{615DC437-A0DD-46F5-9201-CD90B91D6AA7}" type="datetime1">
              <a:rPr lang="en-GB" smtClean="0"/>
              <a:t>13/10/2019</a:t>
            </a:fld>
            <a:endParaRPr lang="en-GB"/>
          </a:p>
        </p:txBody>
      </p:sp>
      <p:sp>
        <p:nvSpPr>
          <p:cNvPr id="5" name="Slide Number Placeholder 4">
            <a:extLst>
              <a:ext uri="{FF2B5EF4-FFF2-40B4-BE49-F238E27FC236}">
                <a16:creationId xmlns:a16="http://schemas.microsoft.com/office/drawing/2014/main" id="{ABB3AAFC-BDF2-49E2-976F-3F5737F6D228}"/>
              </a:ext>
            </a:extLst>
          </p:cNvPr>
          <p:cNvSpPr>
            <a:spLocks noGrp="1"/>
          </p:cNvSpPr>
          <p:nvPr>
            <p:ph type="sldNum" sz="quarter" idx="12"/>
          </p:nvPr>
        </p:nvSpPr>
        <p:spPr/>
        <p:txBody>
          <a:bodyPr/>
          <a:lstStyle/>
          <a:p>
            <a:fld id="{731D6CA2-A9CD-4971-ABC0-FCCACEAFD435}" type="slidenum">
              <a:rPr lang="en-GB" smtClean="0"/>
              <a:t>21</a:t>
            </a:fld>
            <a:endParaRPr lang="en-GB"/>
          </a:p>
        </p:txBody>
      </p:sp>
      <p:pic>
        <p:nvPicPr>
          <p:cNvPr id="7" name="Picture 6">
            <a:extLst>
              <a:ext uri="{FF2B5EF4-FFF2-40B4-BE49-F238E27FC236}">
                <a16:creationId xmlns:a16="http://schemas.microsoft.com/office/drawing/2014/main" id="{69AD2BDD-26CF-48E6-844C-D048BA33F8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500" y="2509569"/>
            <a:ext cx="11049000" cy="3623211"/>
          </a:xfrm>
          <a:prstGeom prst="rect">
            <a:avLst/>
          </a:prstGeom>
        </p:spPr>
      </p:pic>
    </p:spTree>
    <p:extLst>
      <p:ext uri="{BB962C8B-B14F-4D97-AF65-F5344CB8AC3E}">
        <p14:creationId xmlns:p14="http://schemas.microsoft.com/office/powerpoint/2010/main" val="3607711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D977F-8046-41C9-91E0-B2C46ED32CC7}"/>
              </a:ext>
            </a:extLst>
          </p:cNvPr>
          <p:cNvSpPr>
            <a:spLocks noGrp="1"/>
          </p:cNvSpPr>
          <p:nvPr>
            <p:ph type="title"/>
          </p:nvPr>
        </p:nvSpPr>
        <p:spPr>
          <a:xfrm>
            <a:off x="752475" y="365126"/>
            <a:ext cx="10601325" cy="863600"/>
          </a:xfrm>
        </p:spPr>
        <p:txBody>
          <a:bodyPr/>
          <a:lstStyle/>
          <a:p>
            <a:pPr algn="ctr"/>
            <a:r>
              <a:rPr lang="it-IT" dirty="0"/>
              <a:t>Good To Know</a:t>
            </a:r>
            <a:endParaRPr lang="en-GB" dirty="0"/>
          </a:p>
        </p:txBody>
      </p:sp>
      <p:sp>
        <p:nvSpPr>
          <p:cNvPr id="3" name="Content Placeholder 2">
            <a:extLst>
              <a:ext uri="{FF2B5EF4-FFF2-40B4-BE49-F238E27FC236}">
                <a16:creationId xmlns:a16="http://schemas.microsoft.com/office/drawing/2014/main" id="{5E09C8D0-2544-41BF-AB60-5FF5F9543455}"/>
              </a:ext>
            </a:extLst>
          </p:cNvPr>
          <p:cNvSpPr>
            <a:spLocks noGrp="1"/>
          </p:cNvSpPr>
          <p:nvPr>
            <p:ph idx="1"/>
          </p:nvPr>
        </p:nvSpPr>
        <p:spPr/>
        <p:txBody>
          <a:bodyPr/>
          <a:lstStyle/>
          <a:p>
            <a:r>
              <a:rPr lang="it-IT" dirty="0"/>
              <a:t>Management</a:t>
            </a:r>
          </a:p>
          <a:p>
            <a:r>
              <a:rPr lang="it-IT" dirty="0"/>
              <a:t>Wiki</a:t>
            </a:r>
            <a:endParaRPr lang="en-GB" dirty="0"/>
          </a:p>
        </p:txBody>
      </p:sp>
      <p:sp>
        <p:nvSpPr>
          <p:cNvPr id="4" name="Date Placeholder 3">
            <a:extLst>
              <a:ext uri="{FF2B5EF4-FFF2-40B4-BE49-F238E27FC236}">
                <a16:creationId xmlns:a16="http://schemas.microsoft.com/office/drawing/2014/main" id="{7357E2B3-7525-4CB6-AE3D-0DC638CDE86E}"/>
              </a:ext>
            </a:extLst>
          </p:cNvPr>
          <p:cNvSpPr>
            <a:spLocks noGrp="1"/>
          </p:cNvSpPr>
          <p:nvPr>
            <p:ph type="dt" sz="half" idx="10"/>
          </p:nvPr>
        </p:nvSpPr>
        <p:spPr/>
        <p:txBody>
          <a:bodyPr/>
          <a:lstStyle/>
          <a:p>
            <a:fld id="{615DC437-A0DD-46F5-9201-CD90B91D6AA7}" type="datetime1">
              <a:rPr lang="en-GB" smtClean="0"/>
              <a:t>13/10/2019</a:t>
            </a:fld>
            <a:endParaRPr lang="en-GB"/>
          </a:p>
        </p:txBody>
      </p:sp>
      <p:sp>
        <p:nvSpPr>
          <p:cNvPr id="5" name="Slide Number Placeholder 4">
            <a:extLst>
              <a:ext uri="{FF2B5EF4-FFF2-40B4-BE49-F238E27FC236}">
                <a16:creationId xmlns:a16="http://schemas.microsoft.com/office/drawing/2014/main" id="{0CC87A28-B41A-4746-8B86-2E6FCBDEDF53}"/>
              </a:ext>
            </a:extLst>
          </p:cNvPr>
          <p:cNvSpPr>
            <a:spLocks noGrp="1"/>
          </p:cNvSpPr>
          <p:nvPr>
            <p:ph type="sldNum" sz="quarter" idx="12"/>
          </p:nvPr>
        </p:nvSpPr>
        <p:spPr/>
        <p:txBody>
          <a:bodyPr/>
          <a:lstStyle/>
          <a:p>
            <a:fld id="{731D6CA2-A9CD-4971-ABC0-FCCACEAFD435}" type="slidenum">
              <a:rPr lang="en-GB" smtClean="0"/>
              <a:t>22</a:t>
            </a:fld>
            <a:endParaRPr lang="en-GB"/>
          </a:p>
        </p:txBody>
      </p:sp>
    </p:spTree>
    <p:extLst>
      <p:ext uri="{BB962C8B-B14F-4D97-AF65-F5344CB8AC3E}">
        <p14:creationId xmlns:p14="http://schemas.microsoft.com/office/powerpoint/2010/main" val="32552995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2C97C-BD53-45AA-94C8-4D0D4333402D}"/>
              </a:ext>
            </a:extLst>
          </p:cNvPr>
          <p:cNvSpPr>
            <a:spLocks noGrp="1"/>
          </p:cNvSpPr>
          <p:nvPr>
            <p:ph type="title"/>
          </p:nvPr>
        </p:nvSpPr>
        <p:spPr>
          <a:xfrm>
            <a:off x="838200" y="136525"/>
            <a:ext cx="10515600" cy="1325563"/>
          </a:xfrm>
        </p:spPr>
        <p:txBody>
          <a:bodyPr/>
          <a:lstStyle/>
          <a:p>
            <a:pPr algn="ctr"/>
            <a:r>
              <a:rPr lang="it-IT" b="1" dirty="0">
                <a:latin typeface="Courier New" panose="02070309020205020404" pitchFamily="49" charset="0"/>
                <a:cs typeface="Courier New" panose="02070309020205020404" pitchFamily="49" charset="0"/>
              </a:rPr>
              <a:t>#</a:t>
            </a:r>
            <a:r>
              <a:rPr lang="it-IT" b="1" dirty="0" err="1">
                <a:latin typeface="Courier New" panose="02070309020205020404" pitchFamily="49" charset="0"/>
                <a:cs typeface="Courier New" panose="02070309020205020404" pitchFamily="49" charset="0"/>
              </a:rPr>
              <a:t>issues</a:t>
            </a:r>
            <a:r>
              <a:rPr lang="it-IT" b="1" dirty="0"/>
              <a:t>: </a:t>
            </a:r>
            <a:r>
              <a:rPr lang="it-IT" b="1" dirty="0" err="1"/>
              <a:t>your</a:t>
            </a:r>
            <a:r>
              <a:rPr lang="it-IT" b="1" dirty="0"/>
              <a:t> best </a:t>
            </a:r>
            <a:r>
              <a:rPr lang="it-IT" b="1" dirty="0" err="1"/>
              <a:t>worst</a:t>
            </a:r>
            <a:r>
              <a:rPr lang="it-IT" b="1" dirty="0"/>
              <a:t> </a:t>
            </a:r>
            <a:r>
              <a:rPr lang="it-IT" b="1" dirty="0" err="1"/>
              <a:t>nightmare</a:t>
            </a:r>
            <a:endParaRPr lang="en-GB" b="1" dirty="0"/>
          </a:p>
        </p:txBody>
      </p:sp>
      <p:pic>
        <p:nvPicPr>
          <p:cNvPr id="7" name="Content Placeholder 6">
            <a:extLst>
              <a:ext uri="{FF2B5EF4-FFF2-40B4-BE49-F238E27FC236}">
                <a16:creationId xmlns:a16="http://schemas.microsoft.com/office/drawing/2014/main" id="{F243BC06-B592-455C-A9D9-5FE30DCDAC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0613" y="1253330"/>
            <a:ext cx="10498368" cy="4766469"/>
          </a:xfrm>
        </p:spPr>
      </p:pic>
      <p:sp>
        <p:nvSpPr>
          <p:cNvPr id="4" name="Date Placeholder 3">
            <a:extLst>
              <a:ext uri="{FF2B5EF4-FFF2-40B4-BE49-F238E27FC236}">
                <a16:creationId xmlns:a16="http://schemas.microsoft.com/office/drawing/2014/main" id="{77303C5F-2704-45FC-A8E1-48F0DB449FED}"/>
              </a:ext>
            </a:extLst>
          </p:cNvPr>
          <p:cNvSpPr>
            <a:spLocks noGrp="1"/>
          </p:cNvSpPr>
          <p:nvPr>
            <p:ph type="dt" sz="half" idx="10"/>
          </p:nvPr>
        </p:nvSpPr>
        <p:spPr/>
        <p:txBody>
          <a:bodyPr/>
          <a:lstStyle/>
          <a:p>
            <a:fld id="{615DC437-A0DD-46F5-9201-CD90B91D6AA7}" type="datetime1">
              <a:rPr lang="en-GB" smtClean="0"/>
              <a:t>13/10/2019</a:t>
            </a:fld>
            <a:endParaRPr lang="en-GB"/>
          </a:p>
        </p:txBody>
      </p:sp>
      <p:sp>
        <p:nvSpPr>
          <p:cNvPr id="5" name="Slide Number Placeholder 4">
            <a:extLst>
              <a:ext uri="{FF2B5EF4-FFF2-40B4-BE49-F238E27FC236}">
                <a16:creationId xmlns:a16="http://schemas.microsoft.com/office/drawing/2014/main" id="{584C6F6D-C986-4B1C-8ECA-E13C89192FA0}"/>
              </a:ext>
            </a:extLst>
          </p:cNvPr>
          <p:cNvSpPr>
            <a:spLocks noGrp="1"/>
          </p:cNvSpPr>
          <p:nvPr>
            <p:ph type="sldNum" sz="quarter" idx="12"/>
          </p:nvPr>
        </p:nvSpPr>
        <p:spPr/>
        <p:txBody>
          <a:bodyPr/>
          <a:lstStyle/>
          <a:p>
            <a:fld id="{731D6CA2-A9CD-4971-ABC0-FCCACEAFD435}" type="slidenum">
              <a:rPr lang="en-GB" smtClean="0"/>
              <a:t>23</a:t>
            </a:fld>
            <a:endParaRPr lang="en-GB"/>
          </a:p>
        </p:txBody>
      </p:sp>
    </p:spTree>
    <p:extLst>
      <p:ext uri="{BB962C8B-B14F-4D97-AF65-F5344CB8AC3E}">
        <p14:creationId xmlns:p14="http://schemas.microsoft.com/office/powerpoint/2010/main" val="4236008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064A6-8FE6-472F-B6B8-F57EDB9EBCA0}"/>
              </a:ext>
            </a:extLst>
          </p:cNvPr>
          <p:cNvSpPr>
            <a:spLocks noGrp="1"/>
          </p:cNvSpPr>
          <p:nvPr>
            <p:ph type="title"/>
          </p:nvPr>
        </p:nvSpPr>
        <p:spPr/>
        <p:txBody>
          <a:bodyPr/>
          <a:lstStyle/>
          <a:p>
            <a:pPr algn="ctr"/>
            <a:r>
              <a:rPr lang="it-IT" dirty="0">
                <a:latin typeface="Courier New" panose="02070309020205020404" pitchFamily="49" charset="0"/>
                <a:cs typeface="Courier New" panose="02070309020205020404" pitchFamily="49" charset="0"/>
              </a:rPr>
              <a:t>#</a:t>
            </a:r>
            <a:r>
              <a:rPr lang="it-IT" dirty="0" err="1">
                <a:latin typeface="Courier New" panose="02070309020205020404" pitchFamily="49" charset="0"/>
                <a:cs typeface="Courier New" panose="02070309020205020404" pitchFamily="49" charset="0"/>
              </a:rPr>
              <a:t>issues</a:t>
            </a:r>
            <a:r>
              <a:rPr lang="it-IT" dirty="0">
                <a:latin typeface="Courier New" panose="02070309020205020404" pitchFamily="49" charset="0"/>
                <a:cs typeface="Courier New" panose="02070309020205020404" pitchFamily="49" charset="0"/>
              </a:rPr>
              <a:t> </a:t>
            </a:r>
            <a:r>
              <a:rPr lang="it-IT" dirty="0"/>
              <a:t>Rules</a:t>
            </a:r>
            <a:endParaRPr lang="en-GB" dirty="0"/>
          </a:p>
        </p:txBody>
      </p:sp>
      <p:sp>
        <p:nvSpPr>
          <p:cNvPr id="3" name="Content Placeholder 2">
            <a:extLst>
              <a:ext uri="{FF2B5EF4-FFF2-40B4-BE49-F238E27FC236}">
                <a16:creationId xmlns:a16="http://schemas.microsoft.com/office/drawing/2014/main" id="{33F6BDF1-679D-42D9-8B4C-EA21811F1EC9}"/>
              </a:ext>
            </a:extLst>
          </p:cNvPr>
          <p:cNvSpPr>
            <a:spLocks noGrp="1"/>
          </p:cNvSpPr>
          <p:nvPr>
            <p:ph idx="1"/>
          </p:nvPr>
        </p:nvSpPr>
        <p:spPr>
          <a:xfrm>
            <a:off x="385668" y="1935163"/>
            <a:ext cx="3648263" cy="4176712"/>
          </a:xfrm>
        </p:spPr>
        <p:txBody>
          <a:bodyPr>
            <a:noAutofit/>
          </a:bodyPr>
          <a:lstStyle/>
          <a:p>
            <a:r>
              <a:rPr lang="it-IT" sz="2400" dirty="0"/>
              <a:t>Informative Title</a:t>
            </a:r>
          </a:p>
          <a:p>
            <a:r>
              <a:rPr lang="it-IT" sz="2400" dirty="0"/>
              <a:t>Informative </a:t>
            </a:r>
            <a:r>
              <a:rPr lang="it-IT" sz="2400" dirty="0" err="1"/>
              <a:t>content</a:t>
            </a:r>
            <a:endParaRPr lang="it-IT" sz="2400" dirty="0"/>
          </a:p>
          <a:p>
            <a:r>
              <a:rPr lang="it-IT" sz="2400" dirty="0" err="1"/>
              <a:t>Example</a:t>
            </a:r>
            <a:r>
              <a:rPr lang="it-IT" sz="2400" dirty="0"/>
              <a:t> </a:t>
            </a:r>
            <a:r>
              <a:rPr lang="it-IT" sz="2400" dirty="0" err="1"/>
              <a:t>behavior</a:t>
            </a:r>
            <a:r>
              <a:rPr lang="it-IT" sz="2400" dirty="0"/>
              <a:t> (w. Code </a:t>
            </a:r>
            <a:r>
              <a:rPr lang="it-IT" sz="2400" dirty="0" err="1"/>
              <a:t>snippets</a:t>
            </a:r>
            <a:r>
              <a:rPr lang="it-IT" sz="2400" dirty="0"/>
              <a:t>)</a:t>
            </a:r>
          </a:p>
          <a:p>
            <a:r>
              <a:rPr lang="it-IT" sz="2400" dirty="0"/>
              <a:t>Informative Tags</a:t>
            </a:r>
          </a:p>
          <a:p>
            <a:r>
              <a:rPr lang="it-IT" sz="2400" dirty="0"/>
              <a:t>Use </a:t>
            </a:r>
            <a:r>
              <a:rPr lang="it-IT" sz="2400" dirty="0" err="1"/>
              <a:t>Markdown</a:t>
            </a:r>
            <a:endParaRPr lang="it-IT" sz="2400" dirty="0"/>
          </a:p>
          <a:p>
            <a:r>
              <a:rPr lang="it-IT" sz="2400" dirty="0" err="1"/>
              <a:t>Add</a:t>
            </a:r>
            <a:r>
              <a:rPr lang="it-IT" sz="2400" dirty="0"/>
              <a:t> </a:t>
            </a:r>
            <a:r>
              <a:rPr lang="it-IT" sz="2400" dirty="0" err="1"/>
              <a:t>all</a:t>
            </a:r>
            <a:r>
              <a:rPr lang="it-IT" sz="2400" dirty="0"/>
              <a:t> the people </a:t>
            </a:r>
            <a:r>
              <a:rPr lang="it-IT" sz="2400" dirty="0" err="1"/>
              <a:t>that</a:t>
            </a:r>
            <a:r>
              <a:rPr lang="it-IT" sz="2400" dirty="0"/>
              <a:t> can help </a:t>
            </a:r>
            <a:r>
              <a:rPr lang="it-IT" sz="2400" dirty="0" err="1"/>
              <a:t>you</a:t>
            </a:r>
            <a:endParaRPr lang="it-IT" sz="2400" dirty="0"/>
          </a:p>
          <a:p>
            <a:r>
              <a:rPr lang="en-GB" sz="2400" dirty="0"/>
              <a:t>Associate commits to fix</a:t>
            </a:r>
          </a:p>
        </p:txBody>
      </p:sp>
      <p:sp>
        <p:nvSpPr>
          <p:cNvPr id="4" name="Date Placeholder 3">
            <a:extLst>
              <a:ext uri="{FF2B5EF4-FFF2-40B4-BE49-F238E27FC236}">
                <a16:creationId xmlns:a16="http://schemas.microsoft.com/office/drawing/2014/main" id="{95029A76-6BBD-4A83-BF6D-76E9C79B113B}"/>
              </a:ext>
            </a:extLst>
          </p:cNvPr>
          <p:cNvSpPr>
            <a:spLocks noGrp="1"/>
          </p:cNvSpPr>
          <p:nvPr>
            <p:ph type="dt" sz="half" idx="10"/>
          </p:nvPr>
        </p:nvSpPr>
        <p:spPr/>
        <p:txBody>
          <a:bodyPr/>
          <a:lstStyle/>
          <a:p>
            <a:fld id="{615DC437-A0DD-46F5-9201-CD90B91D6AA7}" type="datetime1">
              <a:rPr lang="en-GB" smtClean="0"/>
              <a:t>14/10/2019</a:t>
            </a:fld>
            <a:endParaRPr lang="en-GB"/>
          </a:p>
        </p:txBody>
      </p:sp>
      <p:sp>
        <p:nvSpPr>
          <p:cNvPr id="5" name="Slide Number Placeholder 4">
            <a:extLst>
              <a:ext uri="{FF2B5EF4-FFF2-40B4-BE49-F238E27FC236}">
                <a16:creationId xmlns:a16="http://schemas.microsoft.com/office/drawing/2014/main" id="{78F6DCCA-3C2D-454C-A218-6DDF895FFA32}"/>
              </a:ext>
            </a:extLst>
          </p:cNvPr>
          <p:cNvSpPr>
            <a:spLocks noGrp="1"/>
          </p:cNvSpPr>
          <p:nvPr>
            <p:ph type="sldNum" sz="quarter" idx="12"/>
          </p:nvPr>
        </p:nvSpPr>
        <p:spPr/>
        <p:txBody>
          <a:bodyPr/>
          <a:lstStyle/>
          <a:p>
            <a:fld id="{731D6CA2-A9CD-4971-ABC0-FCCACEAFD435}" type="slidenum">
              <a:rPr lang="en-GB" smtClean="0"/>
              <a:t>24</a:t>
            </a:fld>
            <a:endParaRPr lang="en-GB"/>
          </a:p>
        </p:txBody>
      </p:sp>
      <p:pic>
        <p:nvPicPr>
          <p:cNvPr id="7" name="Picture 6">
            <a:extLst>
              <a:ext uri="{FF2B5EF4-FFF2-40B4-BE49-F238E27FC236}">
                <a16:creationId xmlns:a16="http://schemas.microsoft.com/office/drawing/2014/main" id="{099033F3-7557-4C76-A1DC-7516911093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4015" y="1860549"/>
            <a:ext cx="6976548" cy="4176711"/>
          </a:xfrm>
          <a:prstGeom prst="rect">
            <a:avLst/>
          </a:prstGeom>
        </p:spPr>
      </p:pic>
    </p:spTree>
    <p:extLst>
      <p:ext uri="{BB962C8B-B14F-4D97-AF65-F5344CB8AC3E}">
        <p14:creationId xmlns:p14="http://schemas.microsoft.com/office/powerpoint/2010/main" val="30566671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2BE26-B292-4860-8D85-DA9C264B08EB}"/>
              </a:ext>
            </a:extLst>
          </p:cNvPr>
          <p:cNvSpPr>
            <a:spLocks noGrp="1"/>
          </p:cNvSpPr>
          <p:nvPr>
            <p:ph type="title"/>
          </p:nvPr>
        </p:nvSpPr>
        <p:spPr>
          <a:xfrm>
            <a:off x="838200" y="136525"/>
            <a:ext cx="10515600" cy="1325563"/>
          </a:xfrm>
        </p:spPr>
        <p:txBody>
          <a:bodyPr/>
          <a:lstStyle/>
          <a:p>
            <a:pPr algn="ctr"/>
            <a:r>
              <a:rPr lang="it-IT" dirty="0"/>
              <a:t>Project </a:t>
            </a:r>
            <a:r>
              <a:rPr lang="it-IT" dirty="0" err="1"/>
              <a:t>Managment</a:t>
            </a:r>
            <a:r>
              <a:rPr lang="it-IT" dirty="0"/>
              <a:t> and Tracking </a:t>
            </a:r>
            <a:br>
              <a:rPr lang="it-IT" dirty="0"/>
            </a:br>
            <a:r>
              <a:rPr lang="it-IT" dirty="0"/>
              <a:t>with </a:t>
            </a:r>
            <a:r>
              <a:rPr lang="it-IT" dirty="0" err="1"/>
              <a:t>Trello</a:t>
            </a:r>
            <a:r>
              <a:rPr lang="it-IT" dirty="0"/>
              <a:t> / </a:t>
            </a:r>
            <a:r>
              <a:rPr lang="it-IT" dirty="0" err="1"/>
              <a:t>Slack</a:t>
            </a:r>
            <a:r>
              <a:rPr lang="it-IT" dirty="0"/>
              <a:t> / Microsoft Teams</a:t>
            </a:r>
            <a:endParaRPr lang="en-GB" dirty="0"/>
          </a:p>
        </p:txBody>
      </p:sp>
      <p:pic>
        <p:nvPicPr>
          <p:cNvPr id="7" name="Content Placeholder 6">
            <a:extLst>
              <a:ext uri="{FF2B5EF4-FFF2-40B4-BE49-F238E27FC236}">
                <a16:creationId xmlns:a16="http://schemas.microsoft.com/office/drawing/2014/main" id="{9B9FF2EB-11F4-4673-B477-1C7B26271DB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534522"/>
            <a:ext cx="10515600" cy="4228693"/>
          </a:xfrm>
        </p:spPr>
      </p:pic>
      <p:sp>
        <p:nvSpPr>
          <p:cNvPr id="4" name="Date Placeholder 3">
            <a:extLst>
              <a:ext uri="{FF2B5EF4-FFF2-40B4-BE49-F238E27FC236}">
                <a16:creationId xmlns:a16="http://schemas.microsoft.com/office/drawing/2014/main" id="{4D81ED36-834E-4286-AFFA-3804125DDD2A}"/>
              </a:ext>
            </a:extLst>
          </p:cNvPr>
          <p:cNvSpPr>
            <a:spLocks noGrp="1"/>
          </p:cNvSpPr>
          <p:nvPr>
            <p:ph type="dt" sz="half" idx="10"/>
          </p:nvPr>
        </p:nvSpPr>
        <p:spPr/>
        <p:txBody>
          <a:bodyPr/>
          <a:lstStyle/>
          <a:p>
            <a:fld id="{615DC437-A0DD-46F5-9201-CD90B91D6AA7}" type="datetime1">
              <a:rPr lang="en-GB" smtClean="0"/>
              <a:t>13/10/2019</a:t>
            </a:fld>
            <a:endParaRPr lang="en-GB"/>
          </a:p>
        </p:txBody>
      </p:sp>
      <p:sp>
        <p:nvSpPr>
          <p:cNvPr id="5" name="Slide Number Placeholder 4">
            <a:extLst>
              <a:ext uri="{FF2B5EF4-FFF2-40B4-BE49-F238E27FC236}">
                <a16:creationId xmlns:a16="http://schemas.microsoft.com/office/drawing/2014/main" id="{A3E28FBB-33CB-4FC2-B0D7-9FDFE1ABBF57}"/>
              </a:ext>
            </a:extLst>
          </p:cNvPr>
          <p:cNvSpPr>
            <a:spLocks noGrp="1"/>
          </p:cNvSpPr>
          <p:nvPr>
            <p:ph type="sldNum" sz="quarter" idx="12"/>
          </p:nvPr>
        </p:nvSpPr>
        <p:spPr/>
        <p:txBody>
          <a:bodyPr/>
          <a:lstStyle/>
          <a:p>
            <a:fld id="{731D6CA2-A9CD-4971-ABC0-FCCACEAFD435}" type="slidenum">
              <a:rPr lang="en-GB" smtClean="0"/>
              <a:t>25</a:t>
            </a:fld>
            <a:endParaRPr lang="en-GB"/>
          </a:p>
        </p:txBody>
      </p:sp>
    </p:spTree>
    <p:extLst>
      <p:ext uri="{BB962C8B-B14F-4D97-AF65-F5344CB8AC3E}">
        <p14:creationId xmlns:p14="http://schemas.microsoft.com/office/powerpoint/2010/main" val="40825753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D016A-AE34-44B4-9F95-3E63ED8686B9}"/>
              </a:ext>
            </a:extLst>
          </p:cNvPr>
          <p:cNvSpPr>
            <a:spLocks noGrp="1"/>
          </p:cNvSpPr>
          <p:nvPr>
            <p:ph type="title"/>
          </p:nvPr>
        </p:nvSpPr>
        <p:spPr>
          <a:xfrm>
            <a:off x="838200" y="136525"/>
            <a:ext cx="10515600" cy="1325563"/>
          </a:xfrm>
        </p:spPr>
        <p:txBody>
          <a:bodyPr/>
          <a:lstStyle/>
          <a:p>
            <a:pPr algn="ctr"/>
            <a:r>
              <a:rPr lang="it-IT" b="1" dirty="0" err="1"/>
              <a:t>Useful</a:t>
            </a:r>
            <a:r>
              <a:rPr lang="it-IT" b="1" dirty="0"/>
              <a:t> </a:t>
            </a:r>
            <a:r>
              <a:rPr lang="it-IT" b="1" dirty="0" err="1"/>
              <a:t>Resources</a:t>
            </a:r>
            <a:endParaRPr lang="en-GB" b="1" dirty="0"/>
          </a:p>
        </p:txBody>
      </p:sp>
      <p:sp>
        <p:nvSpPr>
          <p:cNvPr id="3" name="Content Placeholder 2">
            <a:extLst>
              <a:ext uri="{FF2B5EF4-FFF2-40B4-BE49-F238E27FC236}">
                <a16:creationId xmlns:a16="http://schemas.microsoft.com/office/drawing/2014/main" id="{F581A5EE-1C92-434E-B5D2-FC5E8E5E8298}"/>
              </a:ext>
            </a:extLst>
          </p:cNvPr>
          <p:cNvSpPr>
            <a:spLocks noGrp="1"/>
          </p:cNvSpPr>
          <p:nvPr>
            <p:ph idx="1"/>
          </p:nvPr>
        </p:nvSpPr>
        <p:spPr>
          <a:xfrm>
            <a:off x="838199" y="1781174"/>
            <a:ext cx="10639425" cy="3952876"/>
          </a:xfrm>
        </p:spPr>
        <p:txBody>
          <a:bodyPr>
            <a:normAutofit fontScale="55000" lnSpcReduction="20000"/>
          </a:bodyPr>
          <a:lstStyle/>
          <a:p>
            <a:r>
              <a:rPr lang="en-GB" b="1" dirty="0" err="1"/>
              <a:t>Blischak</a:t>
            </a:r>
            <a:r>
              <a:rPr lang="en-GB" b="1" dirty="0"/>
              <a:t> JD, Davenport ER, Wilson G (2016) A Quick Introduction to Version Control with Git and GitHub. </a:t>
            </a:r>
            <a:r>
              <a:rPr lang="en-GB" b="1" dirty="0" err="1"/>
              <a:t>PLoS</a:t>
            </a:r>
            <a:r>
              <a:rPr lang="en-GB" b="1" dirty="0"/>
              <a:t> </a:t>
            </a:r>
            <a:r>
              <a:rPr lang="en-GB" b="1" dirty="0" err="1"/>
              <a:t>Comput</a:t>
            </a:r>
            <a:r>
              <a:rPr lang="en-GB" b="1" dirty="0"/>
              <a:t> </a:t>
            </a:r>
            <a:r>
              <a:rPr lang="en-GB" b="1" dirty="0" err="1"/>
              <a:t>Biol</a:t>
            </a:r>
            <a:r>
              <a:rPr lang="en-GB" b="1" dirty="0"/>
              <a:t> 12(1): e1004668</a:t>
            </a:r>
            <a:r>
              <a:rPr lang="en-GB" dirty="0"/>
              <a:t>. </a:t>
            </a:r>
            <a:r>
              <a:rPr lang="en-GB" dirty="0">
                <a:hlinkClick r:id="rId3"/>
              </a:rPr>
              <a:t>https://doi.org/10.1371/journal.pcbi.1004668</a:t>
            </a:r>
            <a:endParaRPr lang="en-GB" dirty="0"/>
          </a:p>
          <a:p>
            <a:endParaRPr lang="en-GB" dirty="0"/>
          </a:p>
          <a:p>
            <a:r>
              <a:rPr lang="en-GB" b="1" dirty="0"/>
              <a:t>Git tutorial (Udemy video lectures):</a:t>
            </a:r>
            <a:br>
              <a:rPr lang="en-GB" b="1" dirty="0"/>
            </a:br>
            <a:r>
              <a:rPr lang="en-GB" dirty="0">
                <a:hlinkClick r:id="rId4"/>
              </a:rPr>
              <a:t>https://www.youtube.com/watch?v=9GKpbI1siow</a:t>
            </a:r>
            <a:br>
              <a:rPr lang="en-GB" dirty="0">
                <a:hlinkClick r:id="rId5"/>
              </a:rPr>
            </a:br>
            <a:endParaRPr lang="en-GB" dirty="0"/>
          </a:p>
          <a:p>
            <a:r>
              <a:rPr lang="en-GB" b="1" dirty="0"/>
              <a:t>Good commit practices:</a:t>
            </a:r>
            <a:br>
              <a:rPr lang="en-GB" b="1" dirty="0"/>
            </a:br>
            <a:r>
              <a:rPr lang="en-GB" dirty="0">
                <a:hlinkClick r:id="rId6"/>
              </a:rPr>
              <a:t>https://github.com/trein/dev-best-practices/wiki/Git-Commit-Best-Practices</a:t>
            </a:r>
            <a:br>
              <a:rPr lang="en-GB" dirty="0"/>
            </a:br>
            <a:endParaRPr lang="en-GB" dirty="0"/>
          </a:p>
          <a:p>
            <a:r>
              <a:rPr lang="en-GB" b="1" dirty="0"/>
              <a:t>Git for beginners: the definitive practical guide: </a:t>
            </a:r>
            <a:r>
              <a:rPr lang="en-GB" dirty="0">
                <a:hlinkClick r:id="rId5"/>
              </a:rPr>
              <a:t>https://stackoverflow.com/questions/315911/git-for-beginners-the-definitive-practical-guide</a:t>
            </a:r>
            <a:endParaRPr lang="en-GB" dirty="0"/>
          </a:p>
          <a:p>
            <a:r>
              <a:rPr lang="en-GB" b="1" dirty="0"/>
              <a:t>Git Large File Storage (LFS)</a:t>
            </a:r>
            <a:br>
              <a:rPr lang="en-GB" dirty="0"/>
            </a:br>
            <a:r>
              <a:rPr lang="en-GB" dirty="0">
                <a:hlinkClick r:id="rId7"/>
              </a:rPr>
              <a:t>https://git-lfs.github.com/</a:t>
            </a:r>
            <a:endParaRPr lang="en-GB" dirty="0"/>
          </a:p>
          <a:p>
            <a:endParaRPr lang="en-GB" dirty="0"/>
          </a:p>
          <a:p>
            <a:r>
              <a:rPr lang="en-GB" b="1" dirty="0"/>
              <a:t>Using Git with </a:t>
            </a:r>
            <a:r>
              <a:rPr lang="en-GB" b="1" dirty="0" err="1"/>
              <a:t>Rstudio</a:t>
            </a:r>
            <a:r>
              <a:rPr lang="en-GB" b="1" dirty="0"/>
              <a:t>:</a:t>
            </a:r>
            <a:br>
              <a:rPr lang="en-GB" b="1" dirty="0"/>
            </a:br>
            <a:r>
              <a:rPr lang="en-GB" dirty="0">
                <a:hlinkClick r:id="rId8"/>
              </a:rPr>
              <a:t>https://cfss.uchicago.edu/setup/git-with-rstudio/</a:t>
            </a:r>
            <a:endParaRPr lang="en-GB" dirty="0"/>
          </a:p>
          <a:p>
            <a:endParaRPr lang="en-GB" dirty="0"/>
          </a:p>
        </p:txBody>
      </p:sp>
      <p:sp>
        <p:nvSpPr>
          <p:cNvPr id="4" name="Date Placeholder 3">
            <a:extLst>
              <a:ext uri="{FF2B5EF4-FFF2-40B4-BE49-F238E27FC236}">
                <a16:creationId xmlns:a16="http://schemas.microsoft.com/office/drawing/2014/main" id="{9BDDE0F9-27DF-47DD-91B8-2E1790E4704B}"/>
              </a:ext>
            </a:extLst>
          </p:cNvPr>
          <p:cNvSpPr>
            <a:spLocks noGrp="1"/>
          </p:cNvSpPr>
          <p:nvPr>
            <p:ph type="dt" sz="half" idx="10"/>
          </p:nvPr>
        </p:nvSpPr>
        <p:spPr/>
        <p:txBody>
          <a:bodyPr/>
          <a:lstStyle/>
          <a:p>
            <a:fld id="{615DC437-A0DD-46F5-9201-CD90B91D6AA7}" type="datetime1">
              <a:rPr lang="en-GB" smtClean="0"/>
              <a:t>13/10/2019</a:t>
            </a:fld>
            <a:endParaRPr lang="en-GB" dirty="0"/>
          </a:p>
        </p:txBody>
      </p:sp>
      <p:sp>
        <p:nvSpPr>
          <p:cNvPr id="5" name="Slide Number Placeholder 4">
            <a:extLst>
              <a:ext uri="{FF2B5EF4-FFF2-40B4-BE49-F238E27FC236}">
                <a16:creationId xmlns:a16="http://schemas.microsoft.com/office/drawing/2014/main" id="{7A8A04A7-2C43-4781-9A30-3DE4645D0F4A}"/>
              </a:ext>
            </a:extLst>
          </p:cNvPr>
          <p:cNvSpPr>
            <a:spLocks noGrp="1"/>
          </p:cNvSpPr>
          <p:nvPr>
            <p:ph type="sldNum" sz="quarter" idx="12"/>
          </p:nvPr>
        </p:nvSpPr>
        <p:spPr/>
        <p:txBody>
          <a:bodyPr/>
          <a:lstStyle/>
          <a:p>
            <a:fld id="{731D6CA2-A9CD-4971-ABC0-FCCACEAFD435}" type="slidenum">
              <a:rPr lang="en-GB" smtClean="0"/>
              <a:t>26</a:t>
            </a:fld>
            <a:endParaRPr lang="en-GB"/>
          </a:p>
        </p:txBody>
      </p:sp>
    </p:spTree>
    <p:extLst>
      <p:ext uri="{BB962C8B-B14F-4D97-AF65-F5344CB8AC3E}">
        <p14:creationId xmlns:p14="http://schemas.microsoft.com/office/powerpoint/2010/main" val="8129606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961</TotalTime>
  <Words>763</Words>
  <Application>Microsoft Office PowerPoint</Application>
  <PresentationFormat>Widescreen</PresentationFormat>
  <Paragraphs>163</Paragraphs>
  <Slides>26</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Courier New</vt:lpstr>
      <vt:lpstr>Office Theme</vt:lpstr>
      <vt:lpstr>Version Control and Git: A Brief Introduction</vt:lpstr>
      <vt:lpstr>Version Control: a (real) story of Pain and Suffering</vt:lpstr>
      <vt:lpstr>PowerPoint Presentation</vt:lpstr>
      <vt:lpstr>PowerPoint Presentation</vt:lpstr>
      <vt:lpstr>Fighting against yourself: The virtue of ignorance</vt:lpstr>
      <vt:lpstr>Why use Version Control? (and why should I care?)</vt:lpstr>
      <vt:lpstr>Version Control Systems and Platforms</vt:lpstr>
      <vt:lpstr>PowerPoint Presentation</vt:lpstr>
      <vt:lpstr>Git Workflow</vt:lpstr>
      <vt:lpstr>README.nd: your best buddy</vt:lpstr>
      <vt:lpstr>PowerPoint Presentation</vt:lpstr>
      <vt:lpstr>PowerPoint Presentation</vt:lpstr>
      <vt:lpstr>The init-(add)-commit cycle</vt:lpstr>
      <vt:lpstr>Your First Commit! (and push)</vt:lpstr>
      <vt:lpstr>Pull: the moment of truth</vt:lpstr>
      <vt:lpstr>Branching and Merging</vt:lpstr>
      <vt:lpstr>Request from external users</vt:lpstr>
      <vt:lpstr>PowerPoint Presentation</vt:lpstr>
      <vt:lpstr>What a Git Repo MUST Contain and Whatnot</vt:lpstr>
      <vt:lpstr>Good Practices</vt:lpstr>
      <vt:lpstr>Git Commit Practices </vt:lpstr>
      <vt:lpstr>Good To Know</vt:lpstr>
      <vt:lpstr>#issues: your best worst nightmare</vt:lpstr>
      <vt:lpstr>#issues Rules</vt:lpstr>
      <vt:lpstr>Project Managment and Tracking  with Trello / Slack / Microsoft Teams</vt:lpstr>
      <vt:lpstr>Useful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Version Control and Git: A Brief Introduction</dc:title>
  <dc:creator>Capocefalo Daniele</dc:creator>
  <cp:lastModifiedBy>Capocefalo Daniele</cp:lastModifiedBy>
  <cp:revision>35</cp:revision>
  <dcterms:created xsi:type="dcterms:W3CDTF">2019-10-13T08:42:25Z</dcterms:created>
  <dcterms:modified xsi:type="dcterms:W3CDTF">2019-10-14T00:43:35Z</dcterms:modified>
</cp:coreProperties>
</file>